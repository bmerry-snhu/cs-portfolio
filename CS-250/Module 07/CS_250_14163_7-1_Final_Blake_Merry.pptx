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presProps.xml" ContentType="application/vnd.openxmlformats-officedocument.presentationml.presProps+xml"/>
  <Override PartName="/ppt/media/image2.svg" ContentType="image/svg"/>
  <Override PartName="/ppt/media/image4.svg" ContentType="image/sv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print Plans">
    <p:spTree>
      <p:nvGrpSpPr>
        <p:cNvPr id="1" name=""/>
        <p:cNvGrpSpPr/>
        <p:nvPr/>
      </p:nvGrpSpPr>
      <p:grpSpPr>
        <a:xfrm>
          <a:off x="0" y="0"/>
          <a:ext cx="0" cy="0"/>
          <a:chOff x="0" y="0"/>
          <a:chExt cx="0" cy="0"/>
        </a:xfrm>
      </p:grpSpPr>
      <p:pic>
        <p:nvPicPr>
          <p:cNvPr id="2"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3" name="PlaceHolder 1"/>
          <p:cNvSpPr>
            <a:spLocks noGrp="1"/>
          </p:cNvSpPr>
          <p:nvPr>
            <p:ph type="title"/>
          </p:nvPr>
        </p:nvSpPr>
        <p:spPr>
          <a:xfrm>
            <a:off x="504000" y="810000"/>
            <a:ext cx="9071280" cy="129528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rgbClr val="FFFFFF"/>
                </a:solidFill>
                <a:effectLst/>
                <a:uFillTx/>
                <a:latin typeface="Arial"/>
              </a:defRPr>
            </a:lvl1pPr>
          </a:lstStyle>
          <a:p>
            <a:pPr indent="0" algn="ctr">
              <a:lnSpc>
                <a:spcPct val="100000"/>
              </a:lnSpc>
              <a:buNone/>
              <a:tabLst>
                <a:tab pos="0" algn="l"/>
              </a:tabLst>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4" name="PlaceHolder 2"/>
          <p:cNvSpPr>
            <a:spLocks noGrp="1"/>
          </p:cNvSpPr>
          <p:nvPr>
            <p:ph type="body"/>
          </p:nvPr>
        </p:nvSpPr>
        <p:spPr>
          <a:xfrm>
            <a:off x="504000" y="2376000"/>
            <a:ext cx="9071280" cy="2753280"/>
          </a:xfrm>
          <a:prstGeom prst="rect">
            <a:avLst/>
          </a:prstGeom>
          <a:noFill/>
          <a:ln w="0">
            <a:noFill/>
          </a:ln>
        </p:spPr>
        <p:txBody>
          <a:bodyPr lIns="0" tIns="0" rIns="0" bIns="0" anchor="t">
            <a:normAutofit/>
          </a:bodyPr>
          <a:lstStyle>
            <a:lvl1pPr algn="l">
              <a:lnSpc>
                <a:spcPct val="100000"/>
              </a:lnSpc>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lnSpc>
                <a:spcPct val="100000"/>
              </a:lnSpc>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lnSpc>
                <a:spcPct val="100000"/>
              </a:lnSpc>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lnSpc>
                <a:spcPct val="100000"/>
              </a:lnSpc>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lnSpc>
                <a:spcPct val="100000"/>
              </a:lnSpc>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lnSpc>
                <a:spcPct val="100000"/>
              </a:lnSpc>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5" name="PlaceHolder 3"/>
          <p:cNvSpPr>
            <a:spLocks noGrp="1"/>
          </p:cNvSpPr>
          <p:nvPr>
            <p:ph type="dt" idx="1"/>
          </p:nvPr>
        </p:nvSpPr>
        <p:spPr>
          <a:xfrm>
            <a:off x="504000" y="5164920"/>
            <a:ext cx="2347560" cy="38988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FFFFFF"/>
                </a:solidFill>
                <a:effectLst/>
                <a:uFillTx/>
                <a:latin typeface="Arial"/>
              </a:defRPr>
            </a:lvl1pPr>
          </a:lstStyle>
          <a:p>
            <a:pPr indent="0" algn="l">
              <a:lnSpc>
                <a:spcPct val="100000"/>
              </a:lnSpc>
              <a:buNone/>
              <a:tabLst>
                <a:tab pos="0" algn="l"/>
              </a:tabLst>
            </a:pPr>
            <a:r>
              <a:rPr lang="en-US" sz="1400" b="0" u="none" strike="noStrike">
                <a:solidFill>
                  <a:srgbClr val="FFFFFF"/>
                </a:solidFill>
                <a:effectLst/>
                <a:uFillTx/>
                <a:latin typeface="Arial"/>
              </a:rPr>
              <a:t>&lt;date/time&gt;</a:t>
            </a:r>
            <a:endParaRPr lang="en-US"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7360" y="5164920"/>
            <a:ext cx="3194280" cy="3898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FFFFFF"/>
                </a:solidFill>
                <a:effectLst/>
                <a:uFillTx/>
                <a:latin typeface="Arial"/>
              </a:defRPr>
            </a:lvl1pPr>
          </a:lstStyle>
          <a:p>
            <a:pPr indent="0" algn="ctr">
              <a:lnSpc>
                <a:spcPct val="100000"/>
              </a:lnSpc>
              <a:buNone/>
              <a:tabLst>
                <a:tab pos="0" algn="l"/>
              </a:tabLst>
            </a:pPr>
            <a:r>
              <a:rPr lang="en-US" sz="1400" b="0" u="none" strike="noStrike">
                <a:solidFill>
                  <a:srgbClr val="FFFFFF"/>
                </a:solidFill>
                <a:effectLst/>
                <a:uFillTx/>
                <a:latin typeface="Arial"/>
              </a:rPr>
              <a:t>&lt;footer&gt;</a:t>
            </a:r>
            <a:endParaRPr lang="en-US"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7360" y="5164920"/>
            <a:ext cx="2347560" cy="38988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FFFFFF"/>
                </a:solidFill>
                <a:effectLst/>
                <a:uFillTx/>
                <a:latin typeface="Arial"/>
              </a:defRPr>
            </a:lvl1pPr>
          </a:lstStyle>
          <a:p>
            <a:pPr indent="0" algn="r">
              <a:lnSpc>
                <a:spcPct val="100000"/>
              </a:lnSpc>
              <a:buNone/>
              <a:tabLst>
                <a:tab pos="0" algn="l"/>
              </a:tabLst>
            </a:pPr>
            <a:fld id="{AB1EDF4A-4F47-4B54-82A2-89CE14F4D44B}" type="slidenum">
              <a:rPr lang="en-US" sz="1400" b="0" u="none" strike="noStrike">
                <a:solidFill>
                  <a:srgbClr val="FFFFFF"/>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pic>
        <p:nvPicPr>
          <p:cNvPr id="8"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9" name="PlaceHolder 1"/>
          <p:cNvSpPr>
            <a:spLocks noGrp="1"/>
          </p:cNvSpPr>
          <p:nvPr>
            <p:ph type="title"/>
          </p:nvPr>
        </p:nvSpPr>
        <p:spPr>
          <a:xfrm>
            <a:off x="504000" y="810000"/>
            <a:ext cx="9071280" cy="1295280"/>
          </a:xfrm>
          <a:prstGeom prst="rect">
            <a:avLst/>
          </a:prstGeom>
          <a:noFill/>
          <a:ln w="0">
            <a:noFill/>
          </a:ln>
        </p:spPr>
        <p:txBody>
          <a:bodyPr lIns="0" tIns="0" rIns="0" bIns="0" anchor="ctr">
            <a:noAutofit/>
          </a:bodyPr>
          <a:lstStyle>
            <a:lvl1pPr indent="0" algn="ctr">
              <a:lnSpc>
                <a:spcPct val="100000"/>
              </a:lnSpc>
              <a:buNone/>
              <a:tabLst>
                <a:tab pos="0" algn="l"/>
              </a:tabLst>
              <a:defRPr lang="en-US" sz="4400" b="0" u="none" strike="noStrike">
                <a:solidFill>
                  <a:srgbClr val="FFFFFF"/>
                </a:solidFill>
                <a:effectLst/>
                <a:uFillTx/>
                <a:latin typeface="Arial"/>
              </a:defRPr>
            </a:lvl1pPr>
          </a:lstStyle>
          <a:p>
            <a:pPr indent="0" algn="ctr">
              <a:lnSpc>
                <a:spcPct val="100000"/>
              </a:lnSpc>
              <a:buNone/>
              <a:tabLst>
                <a:tab pos="0" algn="l"/>
              </a:tabLst>
            </a:pPr>
            <a:r>
              <a:rPr lang="en-US" sz="4400" b="0" u="none" strike="noStrike">
                <a:solidFill>
                  <a:srgbClr val="FFFFFF"/>
                </a:solidFill>
                <a:effectLst/>
                <a:uFillTx/>
                <a:latin typeface="Arial"/>
              </a:rPr>
              <a:t>Click to edit the title text format</a:t>
            </a:r>
            <a:endParaRPr lang="en-US" sz="4400" b="0" u="none" strike="noStrike">
              <a:solidFill>
                <a:srgbClr val="FFFFFF"/>
              </a:solidFill>
              <a:effectLst/>
              <a:uFillTx/>
              <a:latin typeface="Arial"/>
            </a:endParaRPr>
          </a:p>
        </p:txBody>
      </p:sp>
      <p:sp>
        <p:nvSpPr>
          <p:cNvPr id="10" name="PlaceHolder 2"/>
          <p:cNvSpPr>
            <a:spLocks noGrp="1"/>
          </p:cNvSpPr>
          <p:nvPr>
            <p:ph type="body"/>
          </p:nvPr>
        </p:nvSpPr>
        <p:spPr>
          <a:xfrm>
            <a:off x="504000" y="2376000"/>
            <a:ext cx="9071280" cy="2753280"/>
          </a:xfrm>
          <a:prstGeom prst="rect">
            <a:avLst/>
          </a:prstGeom>
          <a:noFill/>
          <a:ln w="0">
            <a:noFill/>
          </a:ln>
        </p:spPr>
        <p:txBody>
          <a:bodyPr lIns="0" tIns="0" rIns="0" bIns="0" anchor="t">
            <a:normAutofit/>
          </a:bodyPr>
          <a:lstStyle>
            <a:lvl1pPr algn="l">
              <a:lnSpc>
                <a:spcPct val="100000"/>
              </a:lnSpc>
              <a:spcBef>
                <a:spcPts val="1414"/>
              </a:spcBef>
              <a:buClr>
                <a:srgbClr val="FFFFFF"/>
              </a:buClr>
              <a:buSzPct val="45000"/>
              <a:buFont typeface="Wingdings" charset="2"/>
              <a:buChar char=""/>
              <a:defRPr lang="en-US" sz="3200" b="0" u="none" strike="noStrike">
                <a:solidFill>
                  <a:srgbClr val="FFFFFF"/>
                </a:solidFill>
                <a:effectLst/>
                <a:uFillTx/>
                <a:latin typeface="Arial"/>
              </a:defRPr>
            </a:lvl1pPr>
            <a:lvl2pPr lvl="1" algn="l">
              <a:lnSpc>
                <a:spcPct val="100000"/>
              </a:lnSpc>
              <a:spcBef>
                <a:spcPts val="1134"/>
              </a:spcBef>
              <a:buClr>
                <a:srgbClr val="FFFFFF"/>
              </a:buClr>
              <a:buSzPct val="75000"/>
              <a:buFont typeface="Symbol" charset="2"/>
              <a:buChar char=""/>
              <a:defRPr lang="en-US" sz="2400" b="0" u="none" strike="noStrike">
                <a:solidFill>
                  <a:srgbClr val="FFFFFF"/>
                </a:solidFill>
                <a:effectLst/>
                <a:uFillTx/>
                <a:latin typeface="Arial"/>
              </a:defRPr>
            </a:lvl2pPr>
            <a:lvl3pPr lvl="2" algn="l">
              <a:lnSpc>
                <a:spcPct val="100000"/>
              </a:lnSpc>
              <a:spcBef>
                <a:spcPts val="850"/>
              </a:spcBef>
              <a:buClr>
                <a:srgbClr val="FFFFFF"/>
              </a:buClr>
              <a:buSzPct val="45000"/>
              <a:buFont typeface="Wingdings" charset="2"/>
              <a:buChar char=""/>
              <a:defRPr lang="en-US" sz="1800" b="0" u="none" strike="noStrike">
                <a:solidFill>
                  <a:srgbClr val="FFFFFF"/>
                </a:solidFill>
                <a:effectLst/>
                <a:uFillTx/>
                <a:latin typeface="Arial"/>
              </a:defRPr>
            </a:lvl3pPr>
            <a:lvl4pPr lvl="3" algn="l">
              <a:lnSpc>
                <a:spcPct val="100000"/>
              </a:lnSpc>
              <a:spcBef>
                <a:spcPts val="567"/>
              </a:spcBef>
              <a:buClr>
                <a:srgbClr val="FFFFFF"/>
              </a:buClr>
              <a:buSzPct val="75000"/>
              <a:buFont typeface="Symbol" charset="2"/>
              <a:buChar char=""/>
              <a:defRPr lang="en-US" sz="1500" b="0" u="none" strike="noStrike">
                <a:solidFill>
                  <a:srgbClr val="FFFFFF"/>
                </a:solidFill>
                <a:effectLst/>
                <a:uFillTx/>
                <a:latin typeface="Arial"/>
              </a:defRPr>
            </a:lvl4pPr>
            <a:lvl5pPr lvl="4" algn="l">
              <a:lnSpc>
                <a:spcPct val="100000"/>
              </a:lnSpc>
              <a:spcBef>
                <a:spcPts val="283"/>
              </a:spcBef>
              <a:buClr>
                <a:srgbClr val="FFFFFF"/>
              </a:buClr>
              <a:buSzPct val="45000"/>
              <a:buFont typeface="Wingdings" charset="2"/>
              <a:buChar char=""/>
              <a:defRPr lang="en-US" sz="1500" b="0" u="none" strike="noStrike">
                <a:solidFill>
                  <a:srgbClr val="FFFFFF"/>
                </a:solidFill>
                <a:effectLst/>
                <a:uFillTx/>
                <a:latin typeface="Arial"/>
              </a:defRPr>
            </a:lvl5pPr>
            <a:lvl6pPr lvl="5" algn="l">
              <a:lnSpc>
                <a:spcPct val="100000"/>
              </a:lnSpc>
              <a:spcBef>
                <a:spcPts val="283"/>
              </a:spcBef>
              <a:buClr>
                <a:srgbClr val="FFFFFF"/>
              </a:buClr>
              <a:buSzPct val="45000"/>
              <a:buFont typeface="Wingdings" charset="2"/>
              <a:buChar char=""/>
              <a:defRPr lang="en-US" sz="1500" b="0" u="none" strike="noStrike">
                <a:solidFill>
                  <a:srgbClr val="FFFFFF"/>
                </a:solidFill>
                <a:effectLst/>
                <a:uFillTx/>
                <a:latin typeface="Arial"/>
              </a:defRPr>
            </a:lvl6pPr>
            <a:lvl7pPr lvl="6" algn="l">
              <a:lnSpc>
                <a:spcPct val="100000"/>
              </a:lnSpc>
              <a:spcBef>
                <a:spcPts val="283"/>
              </a:spcBef>
              <a:buClr>
                <a:srgbClr val="FFFFFF"/>
              </a:buClr>
              <a:buSzPct val="45000"/>
              <a:buFont typeface="Wingdings" charset="2"/>
              <a:buChar char=""/>
              <a:defRPr lang="en-US" sz="1500" b="0" u="none" strike="noStrike">
                <a:solidFill>
                  <a:srgbClr val="FFFFFF"/>
                </a:solidFill>
                <a:effectLst/>
                <a:uFillTx/>
                <a:latin typeface="Arial"/>
              </a:defRPr>
            </a:lvl7pPr>
          </a:lstStyle>
          <a:p>
            <a:pPr marL="432000" indent="-324000" algn="l">
              <a:lnSpc>
                <a:spcPct val="100000"/>
              </a:lnSpc>
              <a:spcBef>
                <a:spcPts val="1414"/>
              </a:spcBef>
              <a:buClr>
                <a:srgbClr val="FFFFFF"/>
              </a:buClr>
              <a:buSzPct val="45000"/>
              <a:buFont typeface="Wingdings" charset="2"/>
              <a:buChar char=""/>
            </a:pPr>
            <a:r>
              <a:rPr lang="en-US" sz="3200" b="0" u="none" strike="noStrike">
                <a:solidFill>
                  <a:srgbClr val="FFFFFF"/>
                </a:solidFill>
                <a:effectLst/>
                <a:uFillTx/>
                <a:latin typeface="Arial"/>
              </a:rPr>
              <a:t>Click to edit the outline text format</a:t>
            </a:r>
            <a:endParaRPr lang="en-US" sz="3200" b="0" u="none" strike="noStrike">
              <a:solidFill>
                <a:srgbClr val="FFFFFF"/>
              </a:solidFill>
              <a:effectLst/>
              <a:uFillTx/>
              <a:latin typeface="Arial"/>
            </a:endParaRPr>
          </a:p>
          <a:p>
            <a:pPr marL="864000" lvl="1" indent="-324000" algn="l">
              <a:lnSpc>
                <a:spcPct val="100000"/>
              </a:lnSpc>
              <a:spcBef>
                <a:spcPts val="1134"/>
              </a:spcBef>
              <a:buClr>
                <a:srgbClr val="FFFFFF"/>
              </a:buClr>
              <a:buSzPct val="75000"/>
              <a:buFont typeface="Symbol" charset="2"/>
              <a:buChar char=""/>
            </a:pPr>
            <a:r>
              <a:rPr lang="en-US" sz="2400" b="0" u="none" strike="noStrike">
                <a:solidFill>
                  <a:srgbClr val="FFFFFF"/>
                </a:solidFill>
                <a:effectLst/>
                <a:uFillTx/>
                <a:latin typeface="Arial"/>
              </a:rPr>
              <a:t>Second Outline Level</a:t>
            </a:r>
            <a:endParaRPr lang="en-US" sz="2400" b="0" u="none" strike="noStrike">
              <a:solidFill>
                <a:srgbClr val="FFFFFF"/>
              </a:solidFill>
              <a:effectLst/>
              <a:uFillTx/>
              <a:latin typeface="Arial"/>
            </a:endParaRPr>
          </a:p>
          <a:p>
            <a:pPr marL="1296000" lvl="2" indent="-288000" algn="l">
              <a:lnSpc>
                <a:spcPct val="100000"/>
              </a:lnSpc>
              <a:spcBef>
                <a:spcPts val="850"/>
              </a:spcBef>
              <a:buClr>
                <a:srgbClr val="FFFFFF"/>
              </a:buClr>
              <a:buSzPct val="45000"/>
              <a:buFont typeface="Wingdings" charset="2"/>
              <a:buChar char=""/>
            </a:pPr>
            <a:r>
              <a:rPr lang="en-US" sz="1800" b="0" u="none" strike="noStrike">
                <a:solidFill>
                  <a:srgbClr val="FFFFFF"/>
                </a:solidFill>
                <a:effectLst/>
                <a:uFillTx/>
                <a:latin typeface="Arial"/>
              </a:rPr>
              <a:t>Third Outline Level</a:t>
            </a:r>
            <a:endParaRPr lang="en-US" sz="1800" b="0" u="none" strike="noStrike">
              <a:solidFill>
                <a:srgbClr val="FFFFFF"/>
              </a:solidFill>
              <a:effectLst/>
              <a:uFillTx/>
              <a:latin typeface="Arial"/>
            </a:endParaRPr>
          </a:p>
          <a:p>
            <a:pPr marL="1728000" lvl="3" indent="-216000" algn="l">
              <a:lnSpc>
                <a:spcPct val="100000"/>
              </a:lnSpc>
              <a:spcBef>
                <a:spcPts val="567"/>
              </a:spcBef>
              <a:buClr>
                <a:srgbClr val="FFFFFF"/>
              </a:buClr>
              <a:buSzPct val="75000"/>
              <a:buFont typeface="Symbol" charset="2"/>
              <a:buChar char=""/>
            </a:pPr>
            <a:r>
              <a:rPr lang="en-US" sz="1500" b="0" u="none" strike="noStrike">
                <a:solidFill>
                  <a:srgbClr val="FFFFFF"/>
                </a:solidFill>
                <a:effectLst/>
                <a:uFillTx/>
                <a:latin typeface="Arial"/>
              </a:rPr>
              <a:t>Fourth Outline Level</a:t>
            </a:r>
            <a:endParaRPr lang="en-US" sz="1500" b="0" u="none" strike="noStrike">
              <a:solidFill>
                <a:srgbClr val="FFFFFF"/>
              </a:solidFill>
              <a:effectLst/>
              <a:uFillTx/>
              <a:latin typeface="Arial"/>
            </a:endParaRPr>
          </a:p>
          <a:p>
            <a:pPr marL="2160000" lvl="4" indent="-216000" algn="l">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Fifth Outline Level</a:t>
            </a:r>
            <a:endParaRPr lang="en-US" sz="1500" b="0" u="none" strike="noStrike">
              <a:solidFill>
                <a:srgbClr val="FFFFFF"/>
              </a:solidFill>
              <a:effectLst/>
              <a:uFillTx/>
              <a:latin typeface="Arial"/>
            </a:endParaRPr>
          </a:p>
          <a:p>
            <a:pPr marL="2592000" lvl="5" indent="-216000" algn="l">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Sixth Outline Level</a:t>
            </a:r>
            <a:endParaRPr lang="en-US" sz="1500" b="0" u="none" strike="noStrike">
              <a:solidFill>
                <a:srgbClr val="FFFFFF"/>
              </a:solidFill>
              <a:effectLst/>
              <a:uFillTx/>
              <a:latin typeface="Arial"/>
            </a:endParaRPr>
          </a:p>
          <a:p>
            <a:pPr marL="3024000" lvl="6" indent="-216000" algn="l">
              <a:lnSpc>
                <a:spcPct val="100000"/>
              </a:lnSpc>
              <a:spcBef>
                <a:spcPts val="283"/>
              </a:spcBef>
              <a:buClr>
                <a:srgbClr val="FFFFFF"/>
              </a:buClr>
              <a:buSzPct val="45000"/>
              <a:buFont typeface="Wingdings" charset="2"/>
              <a:buChar char=""/>
            </a:pPr>
            <a:r>
              <a:rPr lang="en-US" sz="1500" b="0" u="none" strike="noStrike">
                <a:solidFill>
                  <a:srgbClr val="FFFFFF"/>
                </a:solidFill>
                <a:effectLst/>
                <a:uFillTx/>
                <a:latin typeface="Arial"/>
              </a:rPr>
              <a:t>Seventh Outline Level</a:t>
            </a:r>
            <a:endParaRPr lang="en-US" sz="1500" b="0" u="none" strike="noStrike">
              <a:solidFill>
                <a:srgbClr val="FFFFFF"/>
              </a:solidFill>
              <a:effectLst/>
              <a:uFillTx/>
              <a:latin typeface="Arial"/>
            </a:endParaRPr>
          </a:p>
        </p:txBody>
      </p:sp>
      <p:sp>
        <p:nvSpPr>
          <p:cNvPr id="11" name="PlaceHolder 3"/>
          <p:cNvSpPr>
            <a:spLocks noGrp="1"/>
          </p:cNvSpPr>
          <p:nvPr>
            <p:ph type="dt" idx="4"/>
          </p:nvPr>
        </p:nvSpPr>
        <p:spPr>
          <a:xfrm>
            <a:off x="504000" y="5164920"/>
            <a:ext cx="2347560" cy="38988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FFFFFF"/>
                </a:solidFill>
                <a:effectLst/>
                <a:uFillTx/>
                <a:latin typeface="Arial"/>
              </a:defRPr>
            </a:lvl1pPr>
          </a:lstStyle>
          <a:p>
            <a:pPr indent="0" algn="l">
              <a:lnSpc>
                <a:spcPct val="100000"/>
              </a:lnSpc>
              <a:buNone/>
              <a:tabLst>
                <a:tab pos="0" algn="l"/>
              </a:tabLst>
            </a:pPr>
            <a:r>
              <a:rPr lang="en-US" sz="1400" b="0" u="none" strike="noStrike">
                <a:solidFill>
                  <a:srgbClr val="FFFFFF"/>
                </a:solidFill>
                <a:effectLst/>
                <a:uFillTx/>
                <a:latin typeface="Arial"/>
              </a:rPr>
              <a:t>&lt;date/time&gt;</a:t>
            </a:r>
            <a:endParaRPr lang="en-US"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7360" y="5164920"/>
            <a:ext cx="3194280" cy="38988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FFFFFF"/>
                </a:solidFill>
                <a:effectLst/>
                <a:uFillTx/>
                <a:latin typeface="Arial"/>
              </a:defRPr>
            </a:lvl1pPr>
          </a:lstStyle>
          <a:p>
            <a:pPr indent="0" algn="ctr">
              <a:lnSpc>
                <a:spcPct val="100000"/>
              </a:lnSpc>
              <a:buNone/>
              <a:tabLst>
                <a:tab pos="0" algn="l"/>
              </a:tabLst>
            </a:pPr>
            <a:r>
              <a:rPr lang="en-US" sz="1400" b="0" u="none" strike="noStrike">
                <a:solidFill>
                  <a:srgbClr val="FFFFFF"/>
                </a:solidFill>
                <a:effectLst/>
                <a:uFillTx/>
                <a:latin typeface="Arial"/>
              </a:rPr>
              <a:t>&lt;footer&gt;</a:t>
            </a:r>
            <a:endParaRPr lang="en-US"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7360" y="5164920"/>
            <a:ext cx="2347560" cy="38988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FFFFFF"/>
                </a:solidFill>
                <a:effectLst/>
                <a:uFillTx/>
                <a:latin typeface="Arial"/>
              </a:defRPr>
            </a:lvl1pPr>
          </a:lstStyle>
          <a:p>
            <a:pPr indent="0" algn="r">
              <a:lnSpc>
                <a:spcPct val="100000"/>
              </a:lnSpc>
              <a:buNone/>
              <a:tabLst>
                <a:tab pos="0" algn="l"/>
              </a:tabLst>
            </a:pPr>
            <a:fld id="{972DC1C6-2275-43A8-BC32-EE8C6DAC2275}" type="slidenum">
              <a:rPr lang="en-US" sz="1400" b="0" u="none" strike="noStrike">
                <a:solidFill>
                  <a:srgbClr val="FFFFFF"/>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Standard">
    <p:spTree>
      <p:nvGrpSpPr>
        <p:cNvPr id="1" name=""/>
        <p:cNvGrpSpPr/>
        <p:nvPr/>
      </p:nvGrpSpPr>
      <p:grpSpPr>
        <a:xfrm>
          <a:off x="0" y="0"/>
          <a:ext cx="0" cy="0"/>
          <a:chOff x="0" y="0"/>
          <a:chExt cx="0" cy="0"/>
        </a:xfrm>
      </p:grpSpPr>
      <p:pic>
        <p:nvPicPr>
          <p:cNvPr id="14"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15" name="PlaceHolder 1"/>
          <p:cNvSpPr>
            <a:spLocks noGrp="1"/>
          </p:cNvSpPr>
          <p:nvPr>
            <p:ph type="title"/>
          </p:nvPr>
        </p:nvSpPr>
        <p:spPr>
          <a:xfrm>
            <a:off x="504000" y="225720"/>
            <a:ext cx="9071280" cy="946080"/>
          </a:xfrm>
          <a:prstGeom prst="rect">
            <a:avLst/>
          </a:prstGeom>
          <a:noFill/>
          <a:ln w="0">
            <a:noFill/>
          </a:ln>
        </p:spPr>
        <p:txBody>
          <a:bodyPr lIns="0" tIns="0" rIns="0" bIns="0" anchor="ctr">
            <a:noAutofit/>
          </a:bodyPr>
          <a:lstStyle>
            <a:lvl1pPr indent="0" algn="ctr">
              <a:lnSpc>
                <a:spcPct val="100000"/>
              </a:lnSpc>
              <a:buNone/>
              <a:tabLst>
                <a:tab pos="0" algn="l"/>
              </a:tabLst>
              <a:defRPr lang="en-US" sz="3300" b="0" u="none" strike="noStrike">
                <a:solidFill>
                  <a:srgbClr val="000000"/>
                </a:solidFill>
                <a:effectLst/>
                <a:uFillTx/>
                <a:latin typeface="Arial"/>
              </a:defRPr>
            </a:lvl1pPr>
          </a:lstStyle>
          <a:p>
            <a:pPr indent="0" algn="ctr">
              <a:lnSpc>
                <a:spcPct val="100000"/>
              </a:lnSpc>
              <a:buNone/>
              <a:tabLst>
                <a:tab pos="0" algn="l"/>
              </a:tabLst>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16" name="PlaceHolder 2"/>
          <p:cNvSpPr>
            <a:spLocks noGrp="1"/>
          </p:cNvSpPr>
          <p:nvPr>
            <p:ph type="body"/>
          </p:nvPr>
        </p:nvSpPr>
        <p:spPr>
          <a:xfrm>
            <a:off x="504000" y="1326600"/>
            <a:ext cx="9071280" cy="328752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lnSpc>
                <a:spcPct val="100000"/>
              </a:lnSpc>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lnSpc>
                <a:spcPct val="100000"/>
              </a:lnSpc>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lnSpc>
                <a:spcPct val="100000"/>
              </a:lnSpc>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17" name="PlaceHolder 3"/>
          <p:cNvSpPr>
            <a:spLocks noGrp="1"/>
          </p:cNvSpPr>
          <p:nvPr>
            <p:ph type="dt" idx="7"/>
          </p:nvPr>
        </p:nvSpPr>
        <p:spPr>
          <a:xfrm>
            <a:off x="504000" y="5165280"/>
            <a:ext cx="2347560" cy="39024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Arial"/>
              </a:defRPr>
            </a:lvl1pPr>
          </a:lstStyle>
          <a:p>
            <a:pPr indent="0" algn="l">
              <a:lnSpc>
                <a:spcPct val="100000"/>
              </a:lnSpc>
              <a:buNone/>
              <a:tabLst>
                <a:tab pos="0" algn="l"/>
              </a:tabLst>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Times New Roman"/>
            </a:endParaRPr>
          </a:p>
        </p:txBody>
      </p:sp>
      <p:sp>
        <p:nvSpPr>
          <p:cNvPr id="18" name="PlaceHolder 4"/>
          <p:cNvSpPr>
            <a:spLocks noGrp="1"/>
          </p:cNvSpPr>
          <p:nvPr>
            <p:ph type="ftr" idx="8"/>
          </p:nvPr>
        </p:nvSpPr>
        <p:spPr>
          <a:xfrm>
            <a:off x="3447360" y="5165280"/>
            <a:ext cx="319428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Arial"/>
              </a:defRPr>
            </a:lvl1pPr>
          </a:lstStyle>
          <a:p>
            <a:pPr indent="0" algn="ctr">
              <a:lnSpc>
                <a:spcPct val="100000"/>
              </a:lnSpc>
              <a:buNone/>
              <a:tabLst>
                <a:tab pos="0" algn="l"/>
              </a:tabLst>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Times New Roman"/>
            </a:endParaRPr>
          </a:p>
        </p:txBody>
      </p:sp>
      <p:sp>
        <p:nvSpPr>
          <p:cNvPr id="19" name="PlaceHolder 5"/>
          <p:cNvSpPr>
            <a:spLocks noGrp="1"/>
          </p:cNvSpPr>
          <p:nvPr>
            <p:ph type="sldNum" idx="9"/>
          </p:nvPr>
        </p:nvSpPr>
        <p:spPr>
          <a:xfrm>
            <a:off x="7227360" y="5165280"/>
            <a:ext cx="234756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effectLst/>
                <a:uFillTx/>
                <a:latin typeface="Arial"/>
              </a:defRPr>
            </a:lvl1pPr>
          </a:lstStyle>
          <a:p>
            <a:pPr indent="0" algn="r">
              <a:lnSpc>
                <a:spcPct val="100000"/>
              </a:lnSpc>
              <a:buNone/>
              <a:tabLst>
                <a:tab pos="0" algn="l"/>
              </a:tabLst>
            </a:pPr>
            <a:fld id="{E714A8EC-CE4A-4129-8CED-921F1B837C0A}"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1">
    <p:spTree>
      <p:nvGrpSpPr>
        <p:cNvPr id="1" name=""/>
        <p:cNvGrpSpPr/>
        <p:nvPr/>
      </p:nvGrpSpPr>
      <p:grpSpPr>
        <a:xfrm>
          <a:off x="0" y="0"/>
          <a:ext cx="0" cy="0"/>
          <a:chOff x="0" y="0"/>
          <a:chExt cx="0" cy="0"/>
        </a:xfrm>
      </p:grpSpPr>
      <p:pic>
        <p:nvPicPr>
          <p:cNvPr id="20"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21" name="PlaceHolder 1"/>
          <p:cNvSpPr>
            <a:spLocks noGrp="1"/>
          </p:cNvSpPr>
          <p:nvPr>
            <p:ph type="title"/>
          </p:nvPr>
        </p:nvSpPr>
        <p:spPr>
          <a:xfrm>
            <a:off x="504000" y="225720"/>
            <a:ext cx="9071280" cy="946080"/>
          </a:xfrm>
          <a:prstGeom prst="rect">
            <a:avLst/>
          </a:prstGeom>
          <a:noFill/>
          <a:ln w="0">
            <a:noFill/>
          </a:ln>
        </p:spPr>
        <p:txBody>
          <a:bodyPr lIns="0" tIns="0" rIns="0" bIns="0" anchor="ctr">
            <a:noAutofit/>
          </a:bodyPr>
          <a:lstStyle>
            <a:lvl1pPr indent="0" algn="ctr">
              <a:lnSpc>
                <a:spcPct val="100000"/>
              </a:lnSpc>
              <a:buNone/>
              <a:tabLst>
                <a:tab pos="0" algn="l"/>
              </a:tabLst>
              <a:defRPr lang="en-US" sz="3300" b="0" u="none" strike="noStrike">
                <a:solidFill>
                  <a:srgbClr val="000000"/>
                </a:solidFill>
                <a:effectLst/>
                <a:uFillTx/>
                <a:latin typeface="Arial"/>
              </a:defRPr>
            </a:lvl1pPr>
          </a:lstStyle>
          <a:p>
            <a:pPr indent="0" algn="ctr">
              <a:lnSpc>
                <a:spcPct val="100000"/>
              </a:lnSpc>
              <a:buNone/>
              <a:tabLst>
                <a:tab pos="0" algn="l"/>
              </a:tabLst>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22" name="PlaceHolder 2"/>
          <p:cNvSpPr>
            <a:spLocks noGrp="1"/>
          </p:cNvSpPr>
          <p:nvPr>
            <p:ph type="body"/>
          </p:nvPr>
        </p:nvSpPr>
        <p:spPr>
          <a:xfrm>
            <a:off x="504000" y="1326600"/>
            <a:ext cx="9071280" cy="328752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lnSpc>
                <a:spcPct val="100000"/>
              </a:lnSpc>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lnSpc>
                <a:spcPct val="100000"/>
              </a:lnSpc>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lnSpc>
                <a:spcPct val="100000"/>
              </a:lnSpc>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23" name="PlaceHolder 3"/>
          <p:cNvSpPr>
            <a:spLocks noGrp="1"/>
          </p:cNvSpPr>
          <p:nvPr>
            <p:ph type="dt" idx="10"/>
          </p:nvPr>
        </p:nvSpPr>
        <p:spPr>
          <a:xfrm>
            <a:off x="504000" y="5165280"/>
            <a:ext cx="2347560" cy="39024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Arial"/>
              </a:defRPr>
            </a:lvl1pPr>
          </a:lstStyle>
          <a:p>
            <a:pPr indent="0" algn="l">
              <a:lnSpc>
                <a:spcPct val="100000"/>
              </a:lnSpc>
              <a:buNone/>
              <a:tabLst>
                <a:tab pos="0" algn="l"/>
              </a:tabLst>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Times New Roman"/>
            </a:endParaRPr>
          </a:p>
        </p:txBody>
      </p:sp>
      <p:sp>
        <p:nvSpPr>
          <p:cNvPr id="24" name="PlaceHolder 4"/>
          <p:cNvSpPr>
            <a:spLocks noGrp="1"/>
          </p:cNvSpPr>
          <p:nvPr>
            <p:ph type="ftr" idx="11"/>
          </p:nvPr>
        </p:nvSpPr>
        <p:spPr>
          <a:xfrm>
            <a:off x="3447360" y="5165280"/>
            <a:ext cx="319428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Arial"/>
              </a:defRPr>
            </a:lvl1pPr>
          </a:lstStyle>
          <a:p>
            <a:pPr indent="0" algn="ctr">
              <a:lnSpc>
                <a:spcPct val="100000"/>
              </a:lnSpc>
              <a:buNone/>
              <a:tabLst>
                <a:tab pos="0" algn="l"/>
              </a:tabLst>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Times New Roman"/>
            </a:endParaRPr>
          </a:p>
        </p:txBody>
      </p:sp>
      <p:sp>
        <p:nvSpPr>
          <p:cNvPr id="25" name="PlaceHolder 5"/>
          <p:cNvSpPr>
            <a:spLocks noGrp="1"/>
          </p:cNvSpPr>
          <p:nvPr>
            <p:ph type="sldNum" idx="12"/>
          </p:nvPr>
        </p:nvSpPr>
        <p:spPr>
          <a:xfrm>
            <a:off x="7227360" y="5165280"/>
            <a:ext cx="234756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effectLst/>
                <a:uFillTx/>
                <a:latin typeface="Arial"/>
              </a:defRPr>
            </a:lvl1pPr>
          </a:lstStyle>
          <a:p>
            <a:pPr indent="0" algn="r">
              <a:lnSpc>
                <a:spcPct val="100000"/>
              </a:lnSpc>
              <a:buNone/>
              <a:tabLst>
                <a:tab pos="0" algn="l"/>
              </a:tabLst>
            </a:pPr>
            <a:fld id="{BA1AB5F2-DCB3-44B6-8BF1-C13478010101}"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pic>
        <p:nvPicPr>
          <p:cNvPr id="26"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27" name="PlaceHolder 1"/>
          <p:cNvSpPr>
            <a:spLocks noGrp="1"/>
          </p:cNvSpPr>
          <p:nvPr>
            <p:ph type="title"/>
          </p:nvPr>
        </p:nvSpPr>
        <p:spPr>
          <a:xfrm>
            <a:off x="504000" y="225720"/>
            <a:ext cx="9071280" cy="946080"/>
          </a:xfrm>
          <a:prstGeom prst="rect">
            <a:avLst/>
          </a:prstGeom>
          <a:noFill/>
          <a:ln w="0">
            <a:noFill/>
          </a:ln>
        </p:spPr>
        <p:txBody>
          <a:bodyPr lIns="0" tIns="0" rIns="0" bIns="0" anchor="ctr">
            <a:noAutofit/>
          </a:bodyPr>
          <a:lstStyle>
            <a:lvl1pPr indent="0" algn="ctr">
              <a:lnSpc>
                <a:spcPct val="100000"/>
              </a:lnSpc>
              <a:buNone/>
              <a:tabLst>
                <a:tab pos="0" algn="l"/>
              </a:tabLst>
              <a:defRPr lang="en-US" sz="3300" b="0" u="none" strike="noStrike">
                <a:solidFill>
                  <a:srgbClr val="000000"/>
                </a:solidFill>
                <a:effectLst/>
                <a:uFillTx/>
                <a:latin typeface="Arial"/>
              </a:defRPr>
            </a:lvl1pPr>
          </a:lstStyle>
          <a:p>
            <a:pPr indent="0" algn="ctr">
              <a:lnSpc>
                <a:spcPct val="100000"/>
              </a:lnSpc>
              <a:buNone/>
              <a:tabLst>
                <a:tab pos="0" algn="l"/>
              </a:tabLst>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28" name="PlaceHolder 2"/>
          <p:cNvSpPr>
            <a:spLocks noGrp="1"/>
          </p:cNvSpPr>
          <p:nvPr>
            <p:ph type="body"/>
          </p:nvPr>
        </p:nvSpPr>
        <p:spPr>
          <a:xfrm>
            <a:off x="504000" y="1326600"/>
            <a:ext cx="9071280" cy="328752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lnSpc>
                <a:spcPct val="100000"/>
              </a:lnSpc>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lnSpc>
                <a:spcPct val="100000"/>
              </a:lnSpc>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lnSpc>
                <a:spcPct val="100000"/>
              </a:lnSpc>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29" name="PlaceHolder 3"/>
          <p:cNvSpPr>
            <a:spLocks noGrp="1"/>
          </p:cNvSpPr>
          <p:nvPr>
            <p:ph type="dt" idx="13"/>
          </p:nvPr>
        </p:nvSpPr>
        <p:spPr>
          <a:xfrm>
            <a:off x="504000" y="5165280"/>
            <a:ext cx="2347560" cy="39024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Arial"/>
              </a:defRPr>
            </a:lvl1pPr>
          </a:lstStyle>
          <a:p>
            <a:pPr indent="0" algn="l">
              <a:lnSpc>
                <a:spcPct val="100000"/>
              </a:lnSpc>
              <a:buNone/>
              <a:tabLst>
                <a:tab pos="0" algn="l"/>
              </a:tabLst>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Times New Roman"/>
            </a:endParaRPr>
          </a:p>
        </p:txBody>
      </p:sp>
      <p:sp>
        <p:nvSpPr>
          <p:cNvPr id="30" name="PlaceHolder 4"/>
          <p:cNvSpPr>
            <a:spLocks noGrp="1"/>
          </p:cNvSpPr>
          <p:nvPr>
            <p:ph type="ftr" idx="14"/>
          </p:nvPr>
        </p:nvSpPr>
        <p:spPr>
          <a:xfrm>
            <a:off x="3447360" y="5165280"/>
            <a:ext cx="319428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Arial"/>
              </a:defRPr>
            </a:lvl1pPr>
          </a:lstStyle>
          <a:p>
            <a:pPr indent="0" algn="ctr">
              <a:lnSpc>
                <a:spcPct val="100000"/>
              </a:lnSpc>
              <a:buNone/>
              <a:tabLst>
                <a:tab pos="0" algn="l"/>
              </a:tabLst>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Times New Roman"/>
            </a:endParaRPr>
          </a:p>
        </p:txBody>
      </p:sp>
      <p:sp>
        <p:nvSpPr>
          <p:cNvPr id="31" name="PlaceHolder 5"/>
          <p:cNvSpPr>
            <a:spLocks noGrp="1"/>
          </p:cNvSpPr>
          <p:nvPr>
            <p:ph type="sldNum" idx="15"/>
          </p:nvPr>
        </p:nvSpPr>
        <p:spPr>
          <a:xfrm>
            <a:off x="7227360" y="5165280"/>
            <a:ext cx="234756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effectLst/>
                <a:uFillTx/>
                <a:latin typeface="Arial"/>
              </a:defRPr>
            </a:lvl1pPr>
          </a:lstStyle>
          <a:p>
            <a:pPr indent="0" algn="r">
              <a:lnSpc>
                <a:spcPct val="100000"/>
              </a:lnSpc>
              <a:buNone/>
              <a:tabLst>
                <a:tab pos="0" algn="l"/>
              </a:tabLst>
            </a:pPr>
            <a:fld id="{2E5563BC-3663-4136-90D5-5406F4767D36}"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3">
    <p:spTree>
      <p:nvGrpSpPr>
        <p:cNvPr id="1" name=""/>
        <p:cNvGrpSpPr/>
        <p:nvPr/>
      </p:nvGrpSpPr>
      <p:grpSpPr>
        <a:xfrm>
          <a:off x="0" y="0"/>
          <a:ext cx="0" cy="0"/>
          <a:chOff x="0" y="0"/>
          <a:chExt cx="0" cy="0"/>
        </a:xfrm>
      </p:grpSpPr>
      <p:pic>
        <p:nvPicPr>
          <p:cNvPr id="32"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33" name="PlaceHolder 1"/>
          <p:cNvSpPr>
            <a:spLocks noGrp="1"/>
          </p:cNvSpPr>
          <p:nvPr>
            <p:ph type="title"/>
          </p:nvPr>
        </p:nvSpPr>
        <p:spPr>
          <a:xfrm>
            <a:off x="504000" y="225720"/>
            <a:ext cx="9071280" cy="946080"/>
          </a:xfrm>
          <a:prstGeom prst="rect">
            <a:avLst/>
          </a:prstGeom>
          <a:noFill/>
          <a:ln w="0">
            <a:noFill/>
          </a:ln>
        </p:spPr>
        <p:txBody>
          <a:bodyPr lIns="0" tIns="0" rIns="0" bIns="0" anchor="ctr">
            <a:noAutofit/>
          </a:bodyPr>
          <a:lstStyle>
            <a:lvl1pPr indent="0" algn="ctr">
              <a:lnSpc>
                <a:spcPct val="100000"/>
              </a:lnSpc>
              <a:buNone/>
              <a:tabLst>
                <a:tab pos="0" algn="l"/>
              </a:tabLst>
              <a:defRPr lang="en-US" sz="3300" b="0" u="none" strike="noStrike">
                <a:solidFill>
                  <a:srgbClr val="000000"/>
                </a:solidFill>
                <a:effectLst/>
                <a:uFillTx/>
                <a:latin typeface="Arial"/>
              </a:defRPr>
            </a:lvl1pPr>
          </a:lstStyle>
          <a:p>
            <a:pPr indent="0" algn="ctr">
              <a:lnSpc>
                <a:spcPct val="100000"/>
              </a:lnSpc>
              <a:buNone/>
              <a:tabLst>
                <a:tab pos="0" algn="l"/>
              </a:tabLst>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34" name="PlaceHolder 2"/>
          <p:cNvSpPr>
            <a:spLocks noGrp="1"/>
          </p:cNvSpPr>
          <p:nvPr>
            <p:ph type="body"/>
          </p:nvPr>
        </p:nvSpPr>
        <p:spPr>
          <a:xfrm>
            <a:off x="504000" y="1326600"/>
            <a:ext cx="9071280" cy="328752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lnSpc>
                <a:spcPct val="100000"/>
              </a:lnSpc>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lnSpc>
                <a:spcPct val="100000"/>
              </a:lnSpc>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lnSpc>
                <a:spcPct val="100000"/>
              </a:lnSpc>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35" name="PlaceHolder 3"/>
          <p:cNvSpPr>
            <a:spLocks noGrp="1"/>
          </p:cNvSpPr>
          <p:nvPr>
            <p:ph type="dt" idx="16"/>
          </p:nvPr>
        </p:nvSpPr>
        <p:spPr>
          <a:xfrm>
            <a:off x="504000" y="5165280"/>
            <a:ext cx="2347560" cy="39024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Arial"/>
              </a:defRPr>
            </a:lvl1pPr>
          </a:lstStyle>
          <a:p>
            <a:pPr indent="0" algn="l">
              <a:lnSpc>
                <a:spcPct val="100000"/>
              </a:lnSpc>
              <a:buNone/>
              <a:tabLst>
                <a:tab pos="0" algn="l"/>
              </a:tabLst>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Times New Roman"/>
            </a:endParaRPr>
          </a:p>
        </p:txBody>
      </p:sp>
      <p:sp>
        <p:nvSpPr>
          <p:cNvPr id="36" name="PlaceHolder 4"/>
          <p:cNvSpPr>
            <a:spLocks noGrp="1"/>
          </p:cNvSpPr>
          <p:nvPr>
            <p:ph type="ftr" idx="17"/>
          </p:nvPr>
        </p:nvSpPr>
        <p:spPr>
          <a:xfrm>
            <a:off x="3447360" y="5165280"/>
            <a:ext cx="319428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Arial"/>
              </a:defRPr>
            </a:lvl1pPr>
          </a:lstStyle>
          <a:p>
            <a:pPr indent="0" algn="ctr">
              <a:lnSpc>
                <a:spcPct val="100000"/>
              </a:lnSpc>
              <a:buNone/>
              <a:tabLst>
                <a:tab pos="0" algn="l"/>
              </a:tabLst>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Times New Roman"/>
            </a:endParaRPr>
          </a:p>
        </p:txBody>
      </p:sp>
      <p:sp>
        <p:nvSpPr>
          <p:cNvPr id="37" name="PlaceHolder 5"/>
          <p:cNvSpPr>
            <a:spLocks noGrp="1"/>
          </p:cNvSpPr>
          <p:nvPr>
            <p:ph type="sldNum" idx="18"/>
          </p:nvPr>
        </p:nvSpPr>
        <p:spPr>
          <a:xfrm>
            <a:off x="7227360" y="5165280"/>
            <a:ext cx="234756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effectLst/>
                <a:uFillTx/>
                <a:latin typeface="Arial"/>
              </a:defRPr>
            </a:lvl1pPr>
          </a:lstStyle>
          <a:p>
            <a:pPr indent="0" algn="r">
              <a:lnSpc>
                <a:spcPct val="100000"/>
              </a:lnSpc>
              <a:buNone/>
              <a:tabLst>
                <a:tab pos="0" algn="l"/>
              </a:tabLst>
            </a:pPr>
            <a:fld id="{AEA72AAF-80F2-474C-8DDD-31D3D7FF246E}"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4">
    <p:spTree>
      <p:nvGrpSpPr>
        <p:cNvPr id="1" name=""/>
        <p:cNvGrpSpPr/>
        <p:nvPr/>
      </p:nvGrpSpPr>
      <p:grpSpPr>
        <a:xfrm>
          <a:off x="0" y="0"/>
          <a:ext cx="0" cy="0"/>
          <a:chOff x="0" y="0"/>
          <a:chExt cx="0" cy="0"/>
        </a:xfrm>
      </p:grpSpPr>
      <p:pic>
        <p:nvPicPr>
          <p:cNvPr id="38" name=""/>
          <p:cNvPicPr/>
          <p:nvPr/>
        </p:nvPicPr>
        <p:blipFill>
          <a:blip r:embed="rId2">
            <a:extLst>
              <a:ext uri="{96DAC541-7B7A-43D3-8B79-37D633B846F1}">
                <asvg:svgBlip xmlns:asvg="http://schemas.microsoft.com/office/drawing/2016/SVG/main" r:embed="rId3"/>
              </a:ext>
            </a:extLst>
          </a:blip>
          <a:stretch/>
        </p:blipFill>
        <p:spPr>
          <a:xfrm>
            <a:off x="0" y="0"/>
            <a:ext cx="10079280" cy="5669280"/>
          </a:xfrm>
          <a:prstGeom prst="rect">
            <a:avLst/>
          </a:prstGeom>
          <a:noFill/>
          <a:ln w="18000">
            <a:noFill/>
          </a:ln>
        </p:spPr>
      </p:pic>
      <p:sp>
        <p:nvSpPr>
          <p:cNvPr id="39" name="PlaceHolder 1"/>
          <p:cNvSpPr>
            <a:spLocks noGrp="1"/>
          </p:cNvSpPr>
          <p:nvPr>
            <p:ph type="title"/>
          </p:nvPr>
        </p:nvSpPr>
        <p:spPr>
          <a:xfrm>
            <a:off x="504000" y="225720"/>
            <a:ext cx="9071280" cy="946080"/>
          </a:xfrm>
          <a:prstGeom prst="rect">
            <a:avLst/>
          </a:prstGeom>
          <a:noFill/>
          <a:ln w="0">
            <a:noFill/>
          </a:ln>
        </p:spPr>
        <p:txBody>
          <a:bodyPr lIns="0" tIns="0" rIns="0" bIns="0" anchor="ctr">
            <a:noAutofit/>
          </a:bodyPr>
          <a:lstStyle>
            <a:lvl1pPr indent="0" algn="ctr">
              <a:lnSpc>
                <a:spcPct val="100000"/>
              </a:lnSpc>
              <a:buNone/>
              <a:tabLst>
                <a:tab pos="0" algn="l"/>
              </a:tabLst>
              <a:defRPr lang="en-US" sz="3300" b="0" u="none" strike="noStrike">
                <a:solidFill>
                  <a:srgbClr val="000000"/>
                </a:solidFill>
                <a:effectLst/>
                <a:uFillTx/>
                <a:latin typeface="Arial"/>
              </a:defRPr>
            </a:lvl1pPr>
          </a:lstStyle>
          <a:p>
            <a:pPr indent="0" algn="ctr">
              <a:lnSpc>
                <a:spcPct val="100000"/>
              </a:lnSpc>
              <a:buNone/>
              <a:tabLst>
                <a:tab pos="0" algn="l"/>
              </a:tabLst>
            </a:pPr>
            <a:r>
              <a:rPr lang="en-US" sz="3300" b="0" u="none" strike="noStrike">
                <a:solidFill>
                  <a:srgbClr val="000000"/>
                </a:solidFill>
                <a:effectLst/>
                <a:uFillTx/>
                <a:latin typeface="Arial"/>
              </a:rPr>
              <a:t>Click to edit the title text format</a:t>
            </a:r>
            <a:endParaRPr lang="en-US" sz="3300" b="0" u="none" strike="noStrike">
              <a:solidFill>
                <a:srgbClr val="000000"/>
              </a:solidFill>
              <a:effectLst/>
              <a:uFillTx/>
              <a:latin typeface="Arial"/>
            </a:endParaRPr>
          </a:p>
        </p:txBody>
      </p:sp>
      <p:sp>
        <p:nvSpPr>
          <p:cNvPr id="40" name="PlaceHolder 2"/>
          <p:cNvSpPr>
            <a:spLocks noGrp="1"/>
          </p:cNvSpPr>
          <p:nvPr>
            <p:ph type="body"/>
          </p:nvPr>
        </p:nvSpPr>
        <p:spPr>
          <a:xfrm>
            <a:off x="504000" y="1326600"/>
            <a:ext cx="9071280" cy="328752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rgbClr val="000000"/>
                </a:solidFill>
                <a:effectLst/>
                <a:uFillTx/>
                <a:latin typeface="Arial"/>
              </a:defRPr>
            </a:lvl1pPr>
            <a:lvl2pPr lvl="1" algn="l">
              <a:lnSpc>
                <a:spcPct val="100000"/>
              </a:lnSpc>
              <a:spcBef>
                <a:spcPts val="850"/>
              </a:spcBef>
              <a:buClr>
                <a:srgbClr val="000000"/>
              </a:buClr>
              <a:buSzPct val="75000"/>
              <a:buFont typeface="Symbol" charset="2"/>
              <a:buChar char=""/>
              <a:defRPr lang="en-US" sz="2100" b="0" u="none" strike="noStrike">
                <a:solidFill>
                  <a:srgbClr val="000000"/>
                </a:solidFill>
                <a:effectLst/>
                <a:uFillTx/>
                <a:latin typeface="Arial"/>
              </a:defRPr>
            </a:lvl2pPr>
            <a:lvl3pPr lvl="2" algn="l">
              <a:lnSpc>
                <a:spcPct val="100000"/>
              </a:lnSpc>
              <a:spcBef>
                <a:spcPts val="638"/>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425"/>
              </a:spcBef>
              <a:buClr>
                <a:srgbClr val="000000"/>
              </a:buClr>
              <a:buSzPct val="75000"/>
              <a:buFont typeface="Symbol" charset="2"/>
              <a:buChar char=""/>
              <a:defRPr lang="en-US" sz="1500" b="0" u="none" strike="noStrike">
                <a:solidFill>
                  <a:srgbClr val="000000"/>
                </a:solidFill>
                <a:effectLst/>
                <a:uFillTx/>
                <a:latin typeface="Arial"/>
              </a:defRPr>
            </a:lvl4pPr>
            <a:lvl5pPr lvl="4"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5pPr>
            <a:lvl6pPr lvl="5"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6pPr>
            <a:lvl7pPr lvl="6" algn="l">
              <a:lnSpc>
                <a:spcPct val="100000"/>
              </a:lnSpc>
              <a:spcBef>
                <a:spcPts val="213"/>
              </a:spcBef>
              <a:buClr>
                <a:srgbClr val="000000"/>
              </a:buClr>
              <a:buSzPct val="45000"/>
              <a:buFont typeface="Wingdings" charset="2"/>
              <a:buChar char=""/>
              <a:defRPr lang="en-US" sz="1500" b="0" u="none" strike="noStrike">
                <a:solidFill>
                  <a:srgbClr val="000000"/>
                </a:solidFill>
                <a:effectLst/>
                <a:uFillTx/>
                <a:latin typeface="Arial"/>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Click to edit the outline text format</a:t>
            </a:r>
            <a:endParaRPr lang="en-US" sz="2400" b="0" u="none" strike="noStrike">
              <a:solidFill>
                <a:srgbClr val="000000"/>
              </a:solidFill>
              <a:effectLst/>
              <a:uFillTx/>
              <a:latin typeface="Arial"/>
            </a:endParaRPr>
          </a:p>
          <a:p>
            <a:pPr marL="864000" lvl="1" indent="-324000" algn="l">
              <a:lnSpc>
                <a:spcPct val="100000"/>
              </a:lnSpc>
              <a:spcBef>
                <a:spcPts val="850"/>
              </a:spcBef>
              <a:buClr>
                <a:srgbClr val="000000"/>
              </a:buClr>
              <a:buSzPct val="75000"/>
              <a:buFont typeface="Symbol" charset="2"/>
              <a:buChar char=""/>
            </a:pPr>
            <a:r>
              <a:rPr lang="en-US" sz="2100" b="0" u="none" strike="noStrike">
                <a:solidFill>
                  <a:srgbClr val="000000"/>
                </a:solidFill>
                <a:effectLst/>
                <a:uFillTx/>
                <a:latin typeface="Arial"/>
              </a:rPr>
              <a:t>Second Outline Level</a:t>
            </a:r>
            <a:endParaRPr lang="en-US" sz="2100" b="0" u="none" strike="noStrike">
              <a:solidFill>
                <a:srgbClr val="000000"/>
              </a:solidFill>
              <a:effectLst/>
              <a:uFillTx/>
              <a:latin typeface="Arial"/>
            </a:endParaRPr>
          </a:p>
          <a:p>
            <a:pPr marL="1296000" lvl="2" indent="-288000" algn="l">
              <a:lnSpc>
                <a:spcPct val="100000"/>
              </a:lnSpc>
              <a:spcBef>
                <a:spcPts val="638"/>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425"/>
              </a:spcBef>
              <a:buClr>
                <a:srgbClr val="000000"/>
              </a:buClr>
              <a:buSzPct val="75000"/>
              <a:buFont typeface="Symbol" charset="2"/>
              <a:buChar char=""/>
            </a:pPr>
            <a:r>
              <a:rPr lang="en-US" sz="1500" b="0" u="none" strike="noStrike">
                <a:solidFill>
                  <a:srgbClr val="000000"/>
                </a:solidFill>
                <a:effectLst/>
                <a:uFillTx/>
                <a:latin typeface="Arial"/>
              </a:rPr>
              <a:t>Fourth Outline Level</a:t>
            </a:r>
            <a:endParaRPr lang="en-US" sz="1500" b="0" u="none" strike="noStrike">
              <a:solidFill>
                <a:srgbClr val="000000"/>
              </a:solidFill>
              <a:effectLst/>
              <a:uFillTx/>
              <a:latin typeface="Arial"/>
            </a:endParaRPr>
          </a:p>
          <a:p>
            <a:pPr marL="2160000" lvl="4"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Fifth Outline Level</a:t>
            </a:r>
            <a:endParaRPr lang="en-US" sz="1500" b="0" u="none" strike="noStrike">
              <a:solidFill>
                <a:srgbClr val="000000"/>
              </a:solidFill>
              <a:effectLst/>
              <a:uFillTx/>
              <a:latin typeface="Arial"/>
            </a:endParaRPr>
          </a:p>
          <a:p>
            <a:pPr marL="2592000" lvl="5"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Sixth Outline Level</a:t>
            </a:r>
            <a:endParaRPr lang="en-US" sz="1500" b="0" u="none" strike="noStrike">
              <a:solidFill>
                <a:srgbClr val="000000"/>
              </a:solidFill>
              <a:effectLst/>
              <a:uFillTx/>
              <a:latin typeface="Arial"/>
            </a:endParaRPr>
          </a:p>
          <a:p>
            <a:pPr marL="3024000" lvl="6" indent="-216000" algn="l">
              <a:lnSpc>
                <a:spcPct val="100000"/>
              </a:lnSpc>
              <a:spcBef>
                <a:spcPts val="213"/>
              </a:spcBef>
              <a:buClr>
                <a:srgbClr val="000000"/>
              </a:buClr>
              <a:buSzPct val="45000"/>
              <a:buFont typeface="Wingdings" charset="2"/>
              <a:buChar char=""/>
            </a:pPr>
            <a:r>
              <a:rPr lang="en-US" sz="1500" b="0" u="none" strike="noStrike">
                <a:solidFill>
                  <a:srgbClr val="000000"/>
                </a:solidFill>
                <a:effectLst/>
                <a:uFillTx/>
                <a:latin typeface="Arial"/>
              </a:rPr>
              <a:t>Seventh Outline Level</a:t>
            </a:r>
            <a:endParaRPr lang="en-US" sz="1500" b="0" u="none" strike="noStrike">
              <a:solidFill>
                <a:srgbClr val="000000"/>
              </a:solidFill>
              <a:effectLst/>
              <a:uFillTx/>
              <a:latin typeface="Arial"/>
            </a:endParaRPr>
          </a:p>
        </p:txBody>
      </p:sp>
      <p:sp>
        <p:nvSpPr>
          <p:cNvPr id="41" name="PlaceHolder 3"/>
          <p:cNvSpPr>
            <a:spLocks noGrp="1"/>
          </p:cNvSpPr>
          <p:nvPr>
            <p:ph type="dt" idx="19"/>
          </p:nvPr>
        </p:nvSpPr>
        <p:spPr>
          <a:xfrm>
            <a:off x="504000" y="5165280"/>
            <a:ext cx="2347560" cy="390240"/>
          </a:xfrm>
          <a:prstGeom prst="rect">
            <a:avLst/>
          </a:prstGeom>
          <a:noFill/>
          <a:ln w="0">
            <a:noFill/>
          </a:ln>
        </p:spPr>
        <p:txBody>
          <a:bodyPr lIns="0" tIns="0" rIns="0" bIns="0" anchor="t">
            <a:noAutofit/>
          </a:bodyPr>
          <a:lstStyle>
            <a:lvl1pPr indent="0" algn="l">
              <a:lnSpc>
                <a:spcPct val="100000"/>
              </a:lnSpc>
              <a:buNone/>
              <a:tabLst>
                <a:tab pos="0" algn="l"/>
              </a:tabLst>
              <a:defRPr lang="en-US" sz="1400" b="0" u="none" strike="noStrike">
                <a:solidFill>
                  <a:srgbClr val="000000"/>
                </a:solidFill>
                <a:effectLst/>
                <a:uFillTx/>
                <a:latin typeface="Arial"/>
              </a:defRPr>
            </a:lvl1pPr>
          </a:lstStyle>
          <a:p>
            <a:pPr indent="0" algn="l">
              <a:lnSpc>
                <a:spcPct val="100000"/>
              </a:lnSpc>
              <a:buNone/>
              <a:tabLst>
                <a:tab pos="0" algn="l"/>
              </a:tabLst>
            </a:pPr>
            <a:r>
              <a:rPr lang="en-US" sz="1400" b="0" u="none" strike="noStrike">
                <a:solidFill>
                  <a:srgbClr val="000000"/>
                </a:solidFill>
                <a:effectLst/>
                <a:uFillTx/>
                <a:latin typeface="Arial"/>
              </a:rPr>
              <a:t>&lt;date/time&gt;</a:t>
            </a:r>
            <a:endParaRPr lang="en-US" sz="1400" b="0" u="none" strike="noStrike">
              <a:solidFill>
                <a:srgbClr val="000000"/>
              </a:solidFill>
              <a:effectLst/>
              <a:uFillTx/>
              <a:latin typeface="Times New Roman"/>
            </a:endParaRPr>
          </a:p>
        </p:txBody>
      </p:sp>
      <p:sp>
        <p:nvSpPr>
          <p:cNvPr id="42" name="PlaceHolder 4"/>
          <p:cNvSpPr>
            <a:spLocks noGrp="1"/>
          </p:cNvSpPr>
          <p:nvPr>
            <p:ph type="ftr" idx="20"/>
          </p:nvPr>
        </p:nvSpPr>
        <p:spPr>
          <a:xfrm>
            <a:off x="3447360" y="5165280"/>
            <a:ext cx="319428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effectLst/>
                <a:uFillTx/>
                <a:latin typeface="Arial"/>
              </a:defRPr>
            </a:lvl1pPr>
          </a:lstStyle>
          <a:p>
            <a:pPr indent="0" algn="ctr">
              <a:lnSpc>
                <a:spcPct val="100000"/>
              </a:lnSpc>
              <a:buNone/>
              <a:tabLst>
                <a:tab pos="0" algn="l"/>
              </a:tabLst>
            </a:pPr>
            <a:r>
              <a:rPr lang="en-US" sz="1400" b="0" u="none" strike="noStrike">
                <a:solidFill>
                  <a:srgbClr val="000000"/>
                </a:solidFill>
                <a:effectLst/>
                <a:uFillTx/>
                <a:latin typeface="Arial"/>
              </a:rPr>
              <a:t>&lt;footer&gt;</a:t>
            </a:r>
            <a:endParaRPr lang="en-US" sz="1400" b="0" u="none" strike="noStrike">
              <a:solidFill>
                <a:srgbClr val="000000"/>
              </a:solidFill>
              <a:effectLst/>
              <a:uFillTx/>
              <a:latin typeface="Times New Roman"/>
            </a:endParaRPr>
          </a:p>
        </p:txBody>
      </p:sp>
      <p:sp>
        <p:nvSpPr>
          <p:cNvPr id="43" name="PlaceHolder 5"/>
          <p:cNvSpPr>
            <a:spLocks noGrp="1"/>
          </p:cNvSpPr>
          <p:nvPr>
            <p:ph type="sldNum" idx="21"/>
          </p:nvPr>
        </p:nvSpPr>
        <p:spPr>
          <a:xfrm>
            <a:off x="7227360" y="5165280"/>
            <a:ext cx="234756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effectLst/>
                <a:uFillTx/>
                <a:latin typeface="Arial"/>
              </a:defRPr>
            </a:lvl1pPr>
          </a:lstStyle>
          <a:p>
            <a:pPr indent="0" algn="r">
              <a:lnSpc>
                <a:spcPct val="100000"/>
              </a:lnSpc>
              <a:buNone/>
              <a:tabLst>
                <a:tab pos="0" algn="l"/>
              </a:tabLst>
            </a:pPr>
            <a:fld id="{390EB8B5-FDF4-4ACC-BA5E-C8895019DCF9}" type="slidenum">
              <a:rPr lang="en-US" sz="1400" b="0" u="none" strike="noStrike">
                <a:solidFill>
                  <a:srgbClr val="000000"/>
                </a:solidFill>
                <a:effectLst/>
                <a:uFillTx/>
                <a:latin typeface="Arial"/>
              </a:rPr>
              <a:t>&lt;number&gt;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Relationship Id="rId1" Type="http://schemas.openxmlformats.org/officeDocument/2006/relationships/hyperlink" Target="https://scrumguides.org/" TargetMode="External"/><Relationship Id="rId2" Type="http://schemas.openxmlformats.org/officeDocument/2006/relationships/hyperlink" Target="https://www.atlassian.com/agile/project-management" TargetMode="External"/><Relationship Id="rId3" Type="http://schemas.openxmlformats.org/officeDocument/2006/relationships/hyperlink" Target="https://www.ibm.com/think/topics/sdlc" TargetMode="External"/><Relationship Id="rId4" Type="http://schemas.openxmlformats.org/officeDocument/2006/relationships/hyperlink" Target="https://www.ibm.com/think/topics/agile-vs-waterfall" TargetMode="External"/><Relationship Id="rId5"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809280"/>
            <a:ext cx="9071280" cy="1296720"/>
          </a:xfrm>
          <a:prstGeom prst="rect">
            <a:avLst/>
          </a:prstGeom>
          <a:noFill/>
          <a:ln w="0">
            <a:noFill/>
          </a:ln>
        </p:spPr>
        <p:txBody>
          <a:bodyPr lIns="0" tIns="0" rIns="0" bIns="0" anchor="ctr">
            <a:spAutoFit/>
          </a:bodyPr>
          <a:p>
            <a:pPr indent="0" algn="ctr">
              <a:lnSpc>
                <a:spcPct val="100000"/>
              </a:lnSpc>
              <a:buNone/>
              <a:tabLst>
                <a:tab pos="0" algn="l"/>
              </a:tabLst>
            </a:pPr>
            <a:r>
              <a:rPr lang="en-US" sz="4400" b="0" u="none" strike="noStrike">
                <a:solidFill>
                  <a:srgbClr val="FFFFFF"/>
                </a:solidFill>
                <a:effectLst/>
                <a:uFillTx/>
                <a:latin typeface="Arial"/>
              </a:rPr>
              <a:t>Agile Software Development at ChadaTech</a:t>
            </a:r>
            <a:endParaRPr lang="en-US" sz="4400" b="0" u="none" strike="noStrike">
              <a:solidFill>
                <a:srgbClr val="FFFFFF"/>
              </a:solidFill>
              <a:effectLst/>
              <a:uFillTx/>
              <a:latin typeface="Arial"/>
            </a:endParaRPr>
          </a:p>
        </p:txBody>
      </p:sp>
      <p:sp>
        <p:nvSpPr>
          <p:cNvPr id="45" name="PlaceHolder 2"/>
          <p:cNvSpPr>
            <a:spLocks noGrp="1"/>
          </p:cNvSpPr>
          <p:nvPr>
            <p:ph type="subTitle"/>
          </p:nvPr>
        </p:nvSpPr>
        <p:spPr>
          <a:xfrm>
            <a:off x="504000" y="2375280"/>
            <a:ext cx="9071280" cy="2754720"/>
          </a:xfrm>
          <a:prstGeom prst="rect">
            <a:avLst/>
          </a:prstGeom>
          <a:noFill/>
          <a:ln w="0">
            <a:noFill/>
          </a:ln>
        </p:spPr>
        <p:txBody>
          <a:bodyPr lIns="0" tIns="0" rIns="0" bIns="0" anchor="ctr">
            <a:spAutoFit/>
          </a:bodyPr>
          <a:p>
            <a:pPr indent="0" algn="ctr">
              <a:lnSpc>
                <a:spcPct val="100000"/>
              </a:lnSpc>
              <a:spcBef>
                <a:spcPts val="1414"/>
              </a:spcBef>
              <a:buNone/>
              <a:tabLst>
                <a:tab pos="0" algn="l"/>
              </a:tabLst>
            </a:pPr>
            <a:r>
              <a:rPr lang="en-US" sz="3200" b="0" u="none" strike="noStrike">
                <a:solidFill>
                  <a:srgbClr val="FFFFFF"/>
                </a:solidFill>
                <a:effectLst/>
                <a:uFillTx/>
                <a:latin typeface="Arial"/>
              </a:rPr>
              <a:t>Blake Merry</a:t>
            </a:r>
            <a:endParaRPr lang="en-US" sz="3200" b="0" u="none" strike="noStrike">
              <a:solidFill>
                <a:srgbClr val="000000"/>
              </a:solidFill>
              <a:effectLst/>
              <a:uFillTx/>
              <a:latin typeface="Arial"/>
            </a:endParaRPr>
          </a:p>
          <a:p>
            <a:pPr indent="0" algn="ctr">
              <a:lnSpc>
                <a:spcPct val="100000"/>
              </a:lnSpc>
              <a:spcBef>
                <a:spcPts val="1414"/>
              </a:spcBef>
              <a:buNone/>
              <a:tabLst>
                <a:tab pos="0" algn="l"/>
              </a:tabLst>
            </a:pPr>
            <a:r>
              <a:rPr lang="en-US" sz="3200" b="0" u="none" strike="noStrike">
                <a:solidFill>
                  <a:srgbClr val="FFFFFF"/>
                </a:solidFill>
                <a:effectLst/>
                <a:uFillTx/>
                <a:latin typeface="Arial"/>
              </a:rPr>
              <a:t>CS-250 Software Development Lifecycle</a:t>
            </a:r>
            <a:endParaRPr lang="en-US" sz="3200" b="0" u="none" strike="noStrike">
              <a:solidFill>
                <a:srgbClr val="000000"/>
              </a:solidFill>
              <a:effectLst/>
              <a:uFillTx/>
              <a:latin typeface="Arial"/>
            </a:endParaRPr>
          </a:p>
          <a:p>
            <a:pPr indent="0" algn="ctr">
              <a:lnSpc>
                <a:spcPct val="100000"/>
              </a:lnSpc>
              <a:spcBef>
                <a:spcPts val="1414"/>
              </a:spcBef>
              <a:buNone/>
              <a:tabLst>
                <a:tab pos="0" algn="l"/>
              </a:tabLst>
            </a:pPr>
            <a:r>
              <a:rPr lang="en-US" sz="3200" b="0" u="none" strike="noStrike">
                <a:solidFill>
                  <a:srgbClr val="FFFFFF"/>
                </a:solidFill>
                <a:effectLst/>
                <a:uFillTx/>
                <a:latin typeface="Arial"/>
              </a:rPr>
              <a:t>Prof. Denise Washington</a:t>
            </a:r>
            <a:endParaRPr lang="en-US" sz="3200" b="0" u="none" strike="noStrike">
              <a:solidFill>
                <a:srgbClr val="000000"/>
              </a:solidFill>
              <a:effectLst/>
              <a:uFillTx/>
              <a:latin typeface="Arial"/>
            </a:endParaRPr>
          </a:p>
          <a:p>
            <a:pPr indent="0" algn="ctr">
              <a:lnSpc>
                <a:spcPct val="100000"/>
              </a:lnSpc>
              <a:spcBef>
                <a:spcPts val="1414"/>
              </a:spcBef>
              <a:buNone/>
              <a:tabLst>
                <a:tab pos="0" algn="l"/>
              </a:tabLst>
            </a:pPr>
            <a:r>
              <a:rPr lang="en-US" sz="3200" b="0" u="none" strike="noStrike">
                <a:solidFill>
                  <a:srgbClr val="FFFFFF"/>
                </a:solidFill>
                <a:effectLst/>
                <a:uFillTx/>
                <a:latin typeface="Arial"/>
              </a:rPr>
              <a:t>June 21, 2026</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Scrum-Agile Team Roles</a:t>
            </a:r>
            <a:endParaRPr lang="en-US" sz="3300" b="0" u="none" strike="noStrike">
              <a:solidFill>
                <a:srgbClr val="000000"/>
              </a:solidFill>
              <a:effectLst/>
              <a:uFillTx/>
              <a:latin typeface="Arial"/>
            </a:endParaRPr>
          </a:p>
        </p:txBody>
      </p:sp>
      <p:sp>
        <p:nvSpPr>
          <p:cNvPr id="47" name="PlaceHolder 2"/>
          <p:cNvSpPr>
            <a:spLocks noGrp="1"/>
          </p:cNvSpPr>
          <p:nvPr>
            <p:ph/>
          </p:nvPr>
        </p:nvSpPr>
        <p:spPr>
          <a:xfrm>
            <a:off x="504000" y="1326600"/>
            <a:ext cx="9071280" cy="3287520"/>
          </a:xfrm>
          <a:prstGeom prst="rect">
            <a:avLst/>
          </a:prstGeom>
          <a:noFill/>
          <a:ln w="0">
            <a:noFill/>
          </a:ln>
        </p:spPr>
        <p:txBody>
          <a:bodyPr lIns="0" tIns="0" rIns="0" bIns="0" anchor="t">
            <a:normAutofit lnSpcReduction="9999"/>
          </a:bodyPr>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Product Owner</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Scrum Master</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Developer</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Tester/QA</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In the SNHU Travel project, each role contributed to adapting the application when requirements shifted from general travel booking to wellness-focused travel experiences.</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Product Owner</a:t>
            </a:r>
            <a:endParaRPr lang="en-US" sz="3300" b="0" u="none" strike="noStrike">
              <a:solidFill>
                <a:srgbClr val="000000"/>
              </a:solidFill>
              <a:effectLst/>
              <a:uFillTx/>
              <a:latin typeface="Arial"/>
            </a:endParaRPr>
          </a:p>
        </p:txBody>
      </p:sp>
      <p:sp>
        <p:nvSpPr>
          <p:cNvPr id="49" name="PlaceHolder 2"/>
          <p:cNvSpPr>
            <a:spLocks noGrp="1"/>
          </p:cNvSpPr>
          <p:nvPr>
            <p:ph/>
          </p:nvPr>
        </p:nvSpPr>
        <p:spPr>
          <a:xfrm>
            <a:off x="504000" y="1326600"/>
            <a:ext cx="9071280" cy="3287520"/>
          </a:xfrm>
          <a:prstGeom prst="rect">
            <a:avLst/>
          </a:prstGeom>
          <a:noFill/>
          <a:ln w="0">
            <a:noFill/>
          </a:ln>
        </p:spPr>
        <p:txBody>
          <a:bodyPr lIns="0" tIns="0" rIns="0" bIns="0" anchor="t">
            <a:normAutofit fontScale="85000" lnSpcReduction="9999"/>
          </a:bodyPr>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Importance: Ensures the team builds the right product.</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Represents the customer and stakeholders.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Creates and prioritizes the Product Backlog.</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Defines requirements through user stories.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Makes decisions about business value and priorities.</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When SNHU Travel decided to shift towards wellness and detox vacations, the Product Owner reprioritized the backlog so the team could focus on the new business objective without abandoning the project.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Scrum Master</a:t>
            </a:r>
            <a:endParaRPr lang="en-US" sz="3300" b="0" u="none" strike="noStrike">
              <a:solidFill>
                <a:srgbClr val="000000"/>
              </a:solidFill>
              <a:effectLst/>
              <a:uFillTx/>
              <a:latin typeface="Arial"/>
            </a:endParaRPr>
          </a:p>
        </p:txBody>
      </p:sp>
      <p:sp>
        <p:nvSpPr>
          <p:cNvPr id="51" name="PlaceHolder 2"/>
          <p:cNvSpPr>
            <a:spLocks noGrp="1"/>
          </p:cNvSpPr>
          <p:nvPr>
            <p:ph/>
          </p:nvPr>
        </p:nvSpPr>
        <p:spPr>
          <a:xfrm>
            <a:off x="504000" y="1326600"/>
            <a:ext cx="9071280" cy="3287520"/>
          </a:xfrm>
          <a:prstGeom prst="rect">
            <a:avLst/>
          </a:prstGeom>
          <a:noFill/>
          <a:ln w="0">
            <a:noFill/>
          </a:ln>
        </p:spPr>
        <p:txBody>
          <a:bodyPr lIns="0" tIns="0" rIns="0" bIns="0" anchor="t">
            <a:normAutofit fontScale="85000" lnSpcReduction="19999"/>
          </a:bodyPr>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Importance: Ensures the team follows Scrum practices and removes obstacles.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Facilitates Scrum events.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Promotes communication and collaboration.</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Helps resolve blockers.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Supports continuous improvement.</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The Scrum Master helped coordinate communication when requirements changed and kept the team focused on the Sprint Goal despite changing priorities.</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Developer</a:t>
            </a:r>
            <a:endParaRPr lang="en-US" sz="3300" b="0" u="none" strike="noStrike">
              <a:solidFill>
                <a:srgbClr val="000000"/>
              </a:solidFill>
              <a:effectLst/>
              <a:uFillTx/>
              <a:latin typeface="Arial"/>
            </a:endParaRPr>
          </a:p>
        </p:txBody>
      </p:sp>
      <p:sp>
        <p:nvSpPr>
          <p:cNvPr id="53" name="PlaceHolder 2"/>
          <p:cNvSpPr>
            <a:spLocks noGrp="1"/>
          </p:cNvSpPr>
          <p:nvPr>
            <p:ph/>
          </p:nvPr>
        </p:nvSpPr>
        <p:spPr>
          <a:xfrm>
            <a:off x="504000" y="1326600"/>
            <a:ext cx="9071280" cy="3287520"/>
          </a:xfrm>
          <a:prstGeom prst="rect">
            <a:avLst/>
          </a:prstGeom>
          <a:noFill/>
          <a:ln w="0">
            <a:noFill/>
          </a:ln>
        </p:spPr>
        <p:txBody>
          <a:bodyPr lIns="0" tIns="0" rIns="0" bIns="0" anchor="t">
            <a:normAutofit fontScale="85000" lnSpcReduction="9999"/>
          </a:bodyPr>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Importance: Creates the product increment each sprint.</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Designs, builds, and improves software features.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Collaborates with the Product Owner and Tester.</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Estimates effort and determines what can be completed during a sprint.</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The Developer implemented travel-booking features and evaluated which existing functionality could remain when the project shifted toward wellness travel.</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Tester/QA</a:t>
            </a:r>
            <a:endParaRPr lang="en-US" sz="3300" b="0" u="none" strike="noStrike">
              <a:solidFill>
                <a:srgbClr val="000000"/>
              </a:solidFill>
              <a:effectLst/>
              <a:uFillTx/>
              <a:latin typeface="Arial"/>
            </a:endParaRPr>
          </a:p>
        </p:txBody>
      </p:sp>
      <p:sp>
        <p:nvSpPr>
          <p:cNvPr id="55" name="PlaceHolder 2"/>
          <p:cNvSpPr>
            <a:spLocks noGrp="1"/>
          </p:cNvSpPr>
          <p:nvPr>
            <p:ph/>
          </p:nvPr>
        </p:nvSpPr>
        <p:spPr>
          <a:xfrm>
            <a:off x="504000" y="1326600"/>
            <a:ext cx="9071280" cy="3287520"/>
          </a:xfrm>
          <a:prstGeom prst="rect">
            <a:avLst/>
          </a:prstGeom>
          <a:noFill/>
          <a:ln w="0">
            <a:noFill/>
          </a:ln>
        </p:spPr>
        <p:txBody>
          <a:bodyPr lIns="0" tIns="0" rIns="0" bIns="0" anchor="t">
            <a:normAutofit fontScale="92500" lnSpcReduction="9999"/>
          </a:bodyPr>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Importance: Ensures software quality and validates requirements.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Creates test cases.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Verifies acceptance criteria.</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Identifies defects before release.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Helps ensure the product meets user expectations.</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The Tester updated test cases after the wellness-travel pivot and confirmed that revised requirements were functioning correctly.</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Agile SDLC Phases</a:t>
            </a:r>
            <a:endParaRPr lang="en-US" sz="3300" b="0" u="none" strike="noStrike">
              <a:solidFill>
                <a:srgbClr val="000000"/>
              </a:solidFill>
              <a:effectLst/>
              <a:uFillTx/>
              <a:latin typeface="Arial"/>
            </a:endParaRPr>
          </a:p>
        </p:txBody>
      </p:sp>
      <p:sp>
        <p:nvSpPr>
          <p:cNvPr id="57" name="PlaceHolder 2"/>
          <p:cNvSpPr>
            <a:spLocks noGrp="1"/>
          </p:cNvSpPr>
          <p:nvPr>
            <p:ph/>
          </p:nvPr>
        </p:nvSpPr>
        <p:spPr>
          <a:xfrm>
            <a:off x="504000" y="1326600"/>
            <a:ext cx="2920320" cy="1567440"/>
          </a:xfrm>
          <a:prstGeom prst="rect">
            <a:avLst/>
          </a:prstGeom>
          <a:noFill/>
          <a:ln w="0">
            <a:noFill/>
          </a:ln>
        </p:spPr>
        <p:txBody>
          <a:bodyPr lIns="0" tIns="0" rIns="0" bIns="0" anchor="t">
            <a:normAutofit fontScale="85000" lnSpcReduction="9999"/>
          </a:bodyPr>
          <a:p>
            <a:pPr marL="432000" indent="0" algn="l">
              <a:lnSpc>
                <a:spcPct val="100000"/>
              </a:lnSpc>
              <a:spcBef>
                <a:spcPts val="1060"/>
              </a:spcBef>
              <a:buNone/>
              <a:tabLst>
                <a:tab pos="0" algn="l"/>
              </a:tabLst>
            </a:pPr>
            <a:r>
              <a:rPr lang="en-US" sz="2000" b="1" u="none" strike="noStrike">
                <a:solidFill>
                  <a:srgbClr val="000000"/>
                </a:solidFill>
                <a:effectLst/>
                <a:uFillTx/>
                <a:latin typeface="Arial"/>
              </a:rPr>
              <a:t>Planning</a:t>
            </a:r>
            <a:endParaRPr lang="en-US" sz="20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000" b="0" u="none" strike="noStrike">
                <a:solidFill>
                  <a:srgbClr val="000000"/>
                </a:solidFill>
                <a:effectLst/>
                <a:uFillTx/>
                <a:latin typeface="Arial"/>
              </a:rPr>
              <a:t>Requirements are gathered, user stories are created, and work is prioritized in the Product Backlog.</a:t>
            </a:r>
            <a:endParaRPr lang="en-US" sz="2000" b="0" u="none" strike="noStrike">
              <a:solidFill>
                <a:srgbClr val="000000"/>
              </a:solidFill>
              <a:effectLst/>
              <a:uFillTx/>
              <a:latin typeface="Arial"/>
            </a:endParaRPr>
          </a:p>
        </p:txBody>
      </p:sp>
      <p:sp>
        <p:nvSpPr>
          <p:cNvPr id="58" name="PlaceHolder 3"/>
          <p:cNvSpPr>
            <a:spLocks noGrp="1"/>
          </p:cNvSpPr>
          <p:nvPr>
            <p:ph/>
          </p:nvPr>
        </p:nvSpPr>
        <p:spPr>
          <a:xfrm>
            <a:off x="3571560" y="1326600"/>
            <a:ext cx="2920320" cy="1567440"/>
          </a:xfrm>
          <a:prstGeom prst="rect">
            <a:avLst/>
          </a:prstGeom>
          <a:noFill/>
          <a:ln w="0">
            <a:noFill/>
          </a:ln>
        </p:spPr>
        <p:txBody>
          <a:bodyPr lIns="0" tIns="0" rIns="0" bIns="0" anchor="t">
            <a:normAutofit fontScale="85000" lnSpcReduction="9999"/>
          </a:bodyPr>
          <a:p>
            <a:pPr marL="432000" indent="0" algn="l">
              <a:lnSpc>
                <a:spcPct val="100000"/>
              </a:lnSpc>
              <a:spcBef>
                <a:spcPts val="1060"/>
              </a:spcBef>
              <a:buNone/>
              <a:tabLst>
                <a:tab pos="0" algn="l"/>
              </a:tabLst>
            </a:pPr>
            <a:r>
              <a:rPr lang="en-US" sz="2000" b="1" u="none" strike="noStrike">
                <a:solidFill>
                  <a:srgbClr val="000000"/>
                </a:solidFill>
                <a:effectLst/>
                <a:uFillTx/>
                <a:latin typeface="Arial"/>
              </a:rPr>
              <a:t>Design</a:t>
            </a:r>
            <a:endParaRPr lang="en-US" sz="20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000" b="0" u="none" strike="noStrike">
                <a:solidFill>
                  <a:srgbClr val="000000"/>
                </a:solidFill>
                <a:effectLst/>
                <a:uFillTx/>
                <a:latin typeface="Arial"/>
              </a:rPr>
              <a:t>The team determines how the software will meet user and business requirements.</a:t>
            </a:r>
            <a:endParaRPr lang="en-US" sz="2000" b="0" u="none" strike="noStrike">
              <a:solidFill>
                <a:srgbClr val="000000"/>
              </a:solidFill>
              <a:effectLst/>
              <a:uFillTx/>
              <a:latin typeface="Arial"/>
            </a:endParaRPr>
          </a:p>
        </p:txBody>
      </p:sp>
      <p:sp>
        <p:nvSpPr>
          <p:cNvPr id="59" name="PlaceHolder 4"/>
          <p:cNvSpPr>
            <a:spLocks noGrp="1"/>
          </p:cNvSpPr>
          <p:nvPr>
            <p:ph/>
          </p:nvPr>
        </p:nvSpPr>
        <p:spPr>
          <a:xfrm>
            <a:off x="6639120" y="1326600"/>
            <a:ext cx="2920320" cy="1567440"/>
          </a:xfrm>
          <a:prstGeom prst="rect">
            <a:avLst/>
          </a:prstGeom>
          <a:noFill/>
          <a:ln w="0">
            <a:noFill/>
          </a:ln>
        </p:spPr>
        <p:txBody>
          <a:bodyPr lIns="0" tIns="0" rIns="0" bIns="0" anchor="t">
            <a:normAutofit/>
          </a:bodyPr>
          <a:p>
            <a:pPr marL="432000" indent="0" algn="l">
              <a:lnSpc>
                <a:spcPct val="100000"/>
              </a:lnSpc>
              <a:spcBef>
                <a:spcPts val="1060"/>
              </a:spcBef>
              <a:buNone/>
              <a:tabLst>
                <a:tab pos="0" algn="l"/>
              </a:tabLst>
            </a:pPr>
            <a:r>
              <a:rPr lang="en-US" sz="2000" b="1" u="none" strike="noStrike">
                <a:solidFill>
                  <a:srgbClr val="000000"/>
                </a:solidFill>
                <a:effectLst/>
                <a:uFillTx/>
                <a:latin typeface="Arial"/>
              </a:rPr>
              <a:t>Development</a:t>
            </a:r>
            <a:endParaRPr lang="en-US" sz="20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000" b="0" u="none" strike="noStrike">
                <a:solidFill>
                  <a:srgbClr val="000000"/>
                </a:solidFill>
                <a:effectLst/>
                <a:uFillTx/>
                <a:latin typeface="Arial"/>
              </a:rPr>
              <a:t>Developers build the features identified for the sprint.</a:t>
            </a:r>
            <a:endParaRPr lang="en-US" sz="2000" b="0" u="none" strike="noStrike">
              <a:solidFill>
                <a:srgbClr val="000000"/>
              </a:solidFill>
              <a:effectLst/>
              <a:uFillTx/>
              <a:latin typeface="Arial"/>
            </a:endParaRPr>
          </a:p>
        </p:txBody>
      </p:sp>
      <p:sp>
        <p:nvSpPr>
          <p:cNvPr id="60" name="PlaceHolder 5"/>
          <p:cNvSpPr>
            <a:spLocks noGrp="1"/>
          </p:cNvSpPr>
          <p:nvPr>
            <p:ph/>
          </p:nvPr>
        </p:nvSpPr>
        <p:spPr>
          <a:xfrm>
            <a:off x="504000" y="3044160"/>
            <a:ext cx="2920320" cy="1567440"/>
          </a:xfrm>
          <a:prstGeom prst="rect">
            <a:avLst/>
          </a:prstGeom>
          <a:noFill/>
          <a:ln w="0">
            <a:noFill/>
          </a:ln>
        </p:spPr>
        <p:txBody>
          <a:bodyPr lIns="0" tIns="0" rIns="0" bIns="0" anchor="t">
            <a:normAutofit lnSpcReduction="9999"/>
          </a:bodyPr>
          <a:p>
            <a:pPr marL="432000" indent="0" algn="l">
              <a:lnSpc>
                <a:spcPct val="100000"/>
              </a:lnSpc>
              <a:spcBef>
                <a:spcPts val="1060"/>
              </a:spcBef>
              <a:buNone/>
              <a:tabLst>
                <a:tab pos="0" algn="l"/>
              </a:tabLst>
            </a:pPr>
            <a:r>
              <a:rPr lang="en-US" sz="2000" b="1" u="none" strike="noStrike">
                <a:solidFill>
                  <a:srgbClr val="000000"/>
                </a:solidFill>
                <a:effectLst/>
                <a:uFillTx/>
                <a:latin typeface="Arial"/>
              </a:rPr>
              <a:t>Testing</a:t>
            </a:r>
            <a:endParaRPr lang="en-US" sz="20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000" b="0" u="none" strike="noStrike">
                <a:solidFill>
                  <a:srgbClr val="000000"/>
                </a:solidFill>
                <a:effectLst/>
                <a:uFillTx/>
                <a:latin typeface="Arial"/>
              </a:rPr>
              <a:t>Features are verified to ensure they meet acceptance criteria and function correctly.</a:t>
            </a:r>
            <a:endParaRPr lang="en-US" sz="2000" b="0" u="none" strike="noStrike">
              <a:solidFill>
                <a:srgbClr val="000000"/>
              </a:solidFill>
              <a:effectLst/>
              <a:uFillTx/>
              <a:latin typeface="Arial"/>
            </a:endParaRPr>
          </a:p>
        </p:txBody>
      </p:sp>
      <p:sp>
        <p:nvSpPr>
          <p:cNvPr id="61" name="PlaceHolder 6"/>
          <p:cNvSpPr>
            <a:spLocks noGrp="1"/>
          </p:cNvSpPr>
          <p:nvPr>
            <p:ph/>
          </p:nvPr>
        </p:nvSpPr>
        <p:spPr>
          <a:xfrm>
            <a:off x="3571560" y="3044160"/>
            <a:ext cx="2920320" cy="1567440"/>
          </a:xfrm>
          <a:prstGeom prst="rect">
            <a:avLst/>
          </a:prstGeom>
          <a:noFill/>
          <a:ln w="0">
            <a:noFill/>
          </a:ln>
        </p:spPr>
        <p:txBody>
          <a:bodyPr lIns="0" tIns="0" rIns="0" bIns="0" anchor="t">
            <a:normAutofit lnSpcReduction="9999"/>
          </a:bodyPr>
          <a:p>
            <a:pPr marL="432000" indent="0" algn="l">
              <a:lnSpc>
                <a:spcPct val="100000"/>
              </a:lnSpc>
              <a:spcBef>
                <a:spcPts val="1060"/>
              </a:spcBef>
              <a:buNone/>
              <a:tabLst>
                <a:tab pos="0" algn="l"/>
              </a:tabLst>
            </a:pPr>
            <a:r>
              <a:rPr lang="en-US" sz="2000" b="1" u="none" strike="noStrike">
                <a:solidFill>
                  <a:srgbClr val="000000"/>
                </a:solidFill>
                <a:effectLst/>
                <a:uFillTx/>
                <a:latin typeface="Arial"/>
              </a:rPr>
              <a:t>Deployment</a:t>
            </a:r>
            <a:endParaRPr lang="en-US" sz="20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000" b="0" u="none" strike="noStrike">
                <a:solidFill>
                  <a:srgbClr val="000000"/>
                </a:solidFill>
                <a:effectLst/>
                <a:uFillTx/>
                <a:latin typeface="Arial"/>
              </a:rPr>
              <a:t>Completed software increments are delivered to users or stakeholders.</a:t>
            </a:r>
            <a:endParaRPr lang="en-US" sz="2000" b="0" u="none" strike="noStrike">
              <a:solidFill>
                <a:srgbClr val="000000"/>
              </a:solidFill>
              <a:effectLst/>
              <a:uFillTx/>
              <a:latin typeface="Arial"/>
            </a:endParaRPr>
          </a:p>
        </p:txBody>
      </p:sp>
      <p:sp>
        <p:nvSpPr>
          <p:cNvPr id="62" name="PlaceHolder 7"/>
          <p:cNvSpPr>
            <a:spLocks noGrp="1"/>
          </p:cNvSpPr>
          <p:nvPr>
            <p:ph/>
          </p:nvPr>
        </p:nvSpPr>
        <p:spPr>
          <a:xfrm>
            <a:off x="6639120" y="3044160"/>
            <a:ext cx="2920320" cy="1567440"/>
          </a:xfrm>
          <a:prstGeom prst="rect">
            <a:avLst/>
          </a:prstGeom>
          <a:noFill/>
          <a:ln w="0">
            <a:noFill/>
          </a:ln>
        </p:spPr>
        <p:txBody>
          <a:bodyPr lIns="0" tIns="0" rIns="0" bIns="0" anchor="t">
            <a:normAutofit fontScale="92500" lnSpcReduction="9999"/>
          </a:bodyPr>
          <a:p>
            <a:pPr marL="432000" indent="0" algn="l">
              <a:lnSpc>
                <a:spcPct val="100000"/>
              </a:lnSpc>
              <a:spcBef>
                <a:spcPts val="1060"/>
              </a:spcBef>
              <a:buNone/>
              <a:tabLst>
                <a:tab pos="0" algn="l"/>
              </a:tabLst>
            </a:pPr>
            <a:r>
              <a:rPr lang="en-US" sz="2000" b="1" u="none" strike="noStrike">
                <a:solidFill>
                  <a:srgbClr val="000000"/>
                </a:solidFill>
                <a:effectLst/>
                <a:uFillTx/>
                <a:latin typeface="Arial"/>
              </a:rPr>
              <a:t>Maintenance</a:t>
            </a:r>
            <a:endParaRPr lang="en-US" sz="20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000" b="0" u="none" strike="noStrike">
                <a:solidFill>
                  <a:srgbClr val="000000"/>
                </a:solidFill>
                <a:effectLst/>
                <a:uFillTx/>
                <a:latin typeface="Arial"/>
              </a:rPr>
              <a:t>The team fixes defects, improves features, and responds to user feedback.</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How Agile Differs</a:t>
            </a:r>
            <a:endParaRPr lang="en-US" sz="3300" b="0" u="none" strike="noStrike">
              <a:solidFill>
                <a:srgbClr val="000000"/>
              </a:solidFill>
              <a:effectLst/>
              <a:uFillTx/>
              <a:latin typeface="Arial"/>
            </a:endParaRPr>
          </a:p>
        </p:txBody>
      </p:sp>
      <p:sp>
        <p:nvSpPr>
          <p:cNvPr id="64" name="PlaceHolder 2"/>
          <p:cNvSpPr>
            <a:spLocks noGrp="1"/>
          </p:cNvSpPr>
          <p:nvPr>
            <p:ph/>
          </p:nvPr>
        </p:nvSpPr>
        <p:spPr>
          <a:xfrm>
            <a:off x="504000" y="1326600"/>
            <a:ext cx="9071280" cy="3287520"/>
          </a:xfrm>
          <a:prstGeom prst="rect">
            <a:avLst/>
          </a:prstGeom>
          <a:noFill/>
          <a:ln w="0">
            <a:noFill/>
          </a:ln>
        </p:spPr>
        <p:txBody>
          <a:bodyPr lIns="0" tIns="0" rIns="0" bIns="0" anchor="t">
            <a:normAutofit fontScale="85000" lnSpcReduction="9999"/>
          </a:bodyPr>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Unlike Waterfall, which moves through the SDLC phases once in sequence, Agile repeats planning, design, development, testing, deployment, and maintenance during every sprint.</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Each iteration produces a working product increment and allows the team to adapt to feedback and changing requirements.</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When SNHU Travel shifted towards wellness travel, the team didn’t restart the SDLC. We simply went through another Agile iteration by updating requirements, re-prioritizing the backlog, modifying development work, and retesting the application.</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How Agile Helped the SNHU Travel Project</a:t>
            </a:r>
            <a:endParaRPr lang="en-US" sz="3300" b="0" u="none" strike="noStrike">
              <a:solidFill>
                <a:srgbClr val="000000"/>
              </a:solidFill>
              <a:effectLst/>
              <a:uFillTx/>
              <a:latin typeface="Arial"/>
            </a:endParaRPr>
          </a:p>
        </p:txBody>
      </p:sp>
      <p:sp>
        <p:nvSpPr>
          <p:cNvPr id="66" name="PlaceHolder 2"/>
          <p:cNvSpPr>
            <a:spLocks noGrp="1"/>
          </p:cNvSpPr>
          <p:nvPr>
            <p:ph/>
          </p:nvPr>
        </p:nvSpPr>
        <p:spPr>
          <a:xfrm>
            <a:off x="504000" y="1326600"/>
            <a:ext cx="9071280" cy="2558880"/>
          </a:xfrm>
          <a:prstGeom prst="rect">
            <a:avLst/>
          </a:prstGeom>
          <a:noFill/>
          <a:ln w="0">
            <a:noFill/>
          </a:ln>
        </p:spPr>
        <p:txBody>
          <a:bodyPr lIns="0" tIns="0" rIns="0" bIns="0" anchor="t">
            <a:normAutofit fontScale="85000" lnSpcReduction="9999"/>
          </a:bodyPr>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Midway through development, SNHU Travel shifted its focus from general vacation booking to wellness and detox travel experiences.</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The Product Owner re-prioritized the Product Backlog to reflect the new business objective.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Developers updated planned features while preserving existing functionality that still delivered value.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Test cases and acceptance criteria were revised to validate the new requirements without delaying the project.</a:t>
            </a:r>
            <a:endParaRPr lang="en-US" sz="2400" b="0" u="none" strike="noStrike">
              <a:solidFill>
                <a:srgbClr val="000000"/>
              </a:solidFill>
              <a:effectLst/>
              <a:uFillTx/>
              <a:latin typeface="Arial"/>
            </a:endParaRPr>
          </a:p>
        </p:txBody>
      </p:sp>
      <p:sp>
        <p:nvSpPr>
          <p:cNvPr id="67" name="PlaceHolder 3"/>
          <p:cNvSpPr>
            <a:spLocks noGrp="1"/>
          </p:cNvSpPr>
          <p:nvPr>
            <p:ph/>
          </p:nvPr>
        </p:nvSpPr>
        <p:spPr>
          <a:xfrm>
            <a:off x="504000" y="3886200"/>
            <a:ext cx="9071280" cy="725400"/>
          </a:xfrm>
          <a:prstGeom prst="rect">
            <a:avLst/>
          </a:prstGeom>
          <a:noFill/>
          <a:ln w="0">
            <a:noFill/>
          </a:ln>
        </p:spPr>
        <p:txBody>
          <a:bodyPr lIns="0" tIns="0" rIns="0" bIns="0" anchor="t">
            <a:normAutofit fontScale="77500" lnSpcReduction="19999"/>
          </a:bodyPr>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This change demonstrated one of Agile’s greatest strengths: the ability to adapt to evolving business needs while continuing to deliver working software and maintain project momentum.</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Waterfall vs Agile</a:t>
            </a:r>
            <a:endParaRPr lang="en-US" sz="3300" b="0" u="none" strike="noStrike">
              <a:solidFill>
                <a:srgbClr val="000000"/>
              </a:solidFill>
              <a:effectLst/>
              <a:uFillTx/>
              <a:latin typeface="Arial"/>
            </a:endParaRPr>
          </a:p>
        </p:txBody>
      </p:sp>
      <p:sp>
        <p:nvSpPr>
          <p:cNvPr id="69" name="PlaceHolder 2"/>
          <p:cNvSpPr>
            <a:spLocks noGrp="1"/>
          </p:cNvSpPr>
          <p:nvPr>
            <p:ph/>
          </p:nvPr>
        </p:nvSpPr>
        <p:spPr>
          <a:xfrm>
            <a:off x="504000" y="1326600"/>
            <a:ext cx="4426200" cy="1567440"/>
          </a:xfrm>
          <a:prstGeom prst="rect">
            <a:avLst/>
          </a:prstGeom>
          <a:noFill/>
          <a:ln w="0">
            <a:noFill/>
          </a:ln>
        </p:spPr>
        <p:txBody>
          <a:bodyPr lIns="0" tIns="0" rIns="0" bIns="0" anchor="t">
            <a:normAutofit fontScale="70000" lnSpcReduction="19999"/>
          </a:bodyPr>
          <a:p>
            <a:pPr marL="432000" indent="0" algn="l">
              <a:lnSpc>
                <a:spcPct val="100000"/>
              </a:lnSpc>
              <a:spcBef>
                <a:spcPts val="1060"/>
              </a:spcBef>
              <a:buNone/>
              <a:tabLst>
                <a:tab pos="0" algn="l"/>
              </a:tabLst>
            </a:pPr>
            <a:r>
              <a:rPr lang="en-US" sz="2400" b="1" u="none" strike="noStrike">
                <a:solidFill>
                  <a:srgbClr val="000000"/>
                </a:solidFill>
                <a:effectLst/>
                <a:uFillTx/>
                <a:latin typeface="Arial"/>
              </a:rPr>
              <a:t>Waterfall</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Sequential</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Requirements fixed early</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Testing near end</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Difficult to change direction</a:t>
            </a:r>
            <a:endParaRPr lang="en-US" sz="2400" b="0" u="none" strike="noStrike">
              <a:solidFill>
                <a:srgbClr val="000000"/>
              </a:solidFill>
              <a:effectLst/>
              <a:uFillTx/>
              <a:latin typeface="Arial"/>
            </a:endParaRPr>
          </a:p>
        </p:txBody>
      </p:sp>
      <p:sp>
        <p:nvSpPr>
          <p:cNvPr id="70" name="PlaceHolder 3"/>
          <p:cNvSpPr>
            <a:spLocks noGrp="1"/>
          </p:cNvSpPr>
          <p:nvPr>
            <p:ph/>
          </p:nvPr>
        </p:nvSpPr>
        <p:spPr>
          <a:xfrm>
            <a:off x="5152680" y="1326600"/>
            <a:ext cx="4426200" cy="1567440"/>
          </a:xfrm>
          <a:prstGeom prst="rect">
            <a:avLst/>
          </a:prstGeom>
          <a:noFill/>
          <a:ln w="0">
            <a:noFill/>
          </a:ln>
        </p:spPr>
        <p:txBody>
          <a:bodyPr lIns="0" tIns="0" rIns="0" bIns="0" anchor="t">
            <a:normAutofit fontScale="70000" lnSpcReduction="19999"/>
          </a:bodyPr>
          <a:p>
            <a:pPr marL="432000" indent="0" algn="l">
              <a:lnSpc>
                <a:spcPct val="100000"/>
              </a:lnSpc>
              <a:spcBef>
                <a:spcPts val="1060"/>
              </a:spcBef>
              <a:buNone/>
              <a:tabLst>
                <a:tab pos="0" algn="l"/>
              </a:tabLst>
            </a:pPr>
            <a:r>
              <a:rPr lang="en-US" sz="2400" b="1" u="none" strike="noStrike">
                <a:solidFill>
                  <a:srgbClr val="000000"/>
                </a:solidFill>
                <a:effectLst/>
                <a:uFillTx/>
                <a:latin typeface="Arial"/>
              </a:rPr>
              <a:t>Agile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Iterative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Requirements can evolve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Testing throughout</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tabLst>
                <a:tab pos="0" algn="l"/>
              </a:tabLst>
            </a:pPr>
            <a:r>
              <a:rPr lang="en-US" sz="2400" b="0" u="none" strike="noStrike">
                <a:solidFill>
                  <a:srgbClr val="000000"/>
                </a:solidFill>
                <a:effectLst/>
                <a:uFillTx/>
                <a:latin typeface="Arial"/>
              </a:rPr>
              <a:t>Adaptable to change</a:t>
            </a:r>
            <a:endParaRPr lang="en-US" sz="2400" b="0" u="none" strike="noStrike">
              <a:solidFill>
                <a:srgbClr val="000000"/>
              </a:solidFill>
              <a:effectLst/>
              <a:uFillTx/>
              <a:latin typeface="Arial"/>
            </a:endParaRPr>
          </a:p>
        </p:txBody>
      </p:sp>
      <p:sp>
        <p:nvSpPr>
          <p:cNvPr id="71" name="PlaceHolder 4"/>
          <p:cNvSpPr>
            <a:spLocks noGrp="1"/>
          </p:cNvSpPr>
          <p:nvPr>
            <p:ph/>
          </p:nvPr>
        </p:nvSpPr>
        <p:spPr>
          <a:xfrm>
            <a:off x="504000" y="3044160"/>
            <a:ext cx="9071280" cy="1567440"/>
          </a:xfrm>
          <a:prstGeom prst="rect">
            <a:avLst/>
          </a:prstGeom>
          <a:noFill/>
          <a:ln w="0">
            <a:noFill/>
          </a:ln>
        </p:spPr>
        <p:txBody>
          <a:bodyPr lIns="0" tIns="0" rIns="0" bIns="0" anchor="t">
            <a:normAutofit fontScale="77500" lnSpcReduction="19999"/>
          </a:bodyPr>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During the SNHU Travel project, the Agile approach proved more effective because the application’s requirements changed during development. When the focus shifted toward wellness and detox travel, the Scrum-Agile approach allowed the team to re-prioritize the Product Backlog and adapt existing work without restarting the project.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Choosing Between Agile and Waterfall</a:t>
            </a:r>
            <a:endParaRPr lang="en-US" sz="3300" b="0" u="none" strike="noStrike">
              <a:solidFill>
                <a:srgbClr val="000000"/>
              </a:solidFill>
              <a:effectLst/>
              <a:uFillTx/>
              <a:latin typeface="Arial"/>
            </a:endParaRPr>
          </a:p>
        </p:txBody>
      </p:sp>
      <p:sp>
        <p:nvSpPr>
          <p:cNvPr id="73" name="PlaceHolder 2"/>
          <p:cNvSpPr>
            <a:spLocks noGrp="1"/>
          </p:cNvSpPr>
          <p:nvPr>
            <p:ph/>
          </p:nvPr>
        </p:nvSpPr>
        <p:spPr>
          <a:xfrm>
            <a:off x="504000" y="1326600"/>
            <a:ext cx="9071280" cy="3287520"/>
          </a:xfrm>
          <a:prstGeom prst="rect">
            <a:avLst/>
          </a:prstGeom>
          <a:noFill/>
          <a:ln w="0">
            <a:noFill/>
          </a:ln>
        </p:spPr>
        <p:txBody>
          <a:bodyPr lIns="0" tIns="0" rIns="0" bIns="0" anchor="t">
            <a:normAutofit/>
          </a:bodyPr>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Agile when requirements may change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Agile when stakeholder feedback is important</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Waterfall when requirements are stable</a:t>
            </a:r>
            <a:endParaRPr lang="en-US" sz="2400" b="0" u="none" strike="noStrike">
              <a:solidFill>
                <a:srgbClr val="000000"/>
              </a:solidFill>
              <a:effectLst/>
              <a:uFillTx/>
              <a:latin typeface="Arial"/>
            </a:endParaRPr>
          </a:p>
          <a:p>
            <a:pPr marL="432000" indent="-324000" algn="l">
              <a:lnSpc>
                <a:spcPct val="100000"/>
              </a:lnSpc>
              <a:spcBef>
                <a:spcPts val="1060"/>
              </a:spcBef>
              <a:buClr>
                <a:srgbClr val="000000"/>
              </a:buClr>
              <a:buSzPct val="45000"/>
              <a:buFont typeface="Wingdings" charset="2"/>
              <a:buChar char=""/>
            </a:pPr>
            <a:r>
              <a:rPr lang="en-US" sz="2400" b="0" u="none" strike="noStrike">
                <a:solidFill>
                  <a:srgbClr val="000000"/>
                </a:solidFill>
                <a:effectLst/>
                <a:uFillTx/>
                <a:latin typeface="Arial"/>
              </a:rPr>
              <a:t>Waterfall when regulatory documentation is critical</a:t>
            </a: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endParaRPr lang="en-US" sz="2400" b="0" u="none" strike="noStrike">
              <a:solidFill>
                <a:srgbClr val="000000"/>
              </a:solidFill>
              <a:effectLst/>
              <a:uFillTx/>
              <a:latin typeface="Arial"/>
            </a:endParaRPr>
          </a:p>
          <a:p>
            <a:pPr indent="0" algn="l">
              <a:lnSpc>
                <a:spcPct val="100000"/>
              </a:lnSpc>
              <a:spcBef>
                <a:spcPts val="1060"/>
              </a:spcBef>
              <a:buNone/>
              <a:tabLst>
                <a:tab pos="0" algn="l"/>
              </a:tabLst>
            </a:pPr>
            <a:r>
              <a:rPr lang="en-US" sz="2400" b="0" u="none" strike="noStrike">
                <a:solidFill>
                  <a:srgbClr val="000000"/>
                </a:solidFill>
                <a:effectLst/>
                <a:uFillTx/>
                <a:latin typeface="Arial"/>
              </a:rPr>
              <a:t>In this case, Agile was the better choice for the SNHU Travel project.</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504000" y="225000"/>
            <a:ext cx="9071280" cy="947520"/>
          </a:xfrm>
          <a:prstGeom prst="rect">
            <a:avLst/>
          </a:prstGeom>
          <a:noFill/>
          <a:ln w="0">
            <a:noFill/>
          </a:ln>
        </p:spPr>
        <p:txBody>
          <a:bodyPr lIns="0" tIns="0" rIns="0" bIns="0" anchor="ctr">
            <a:spAutoFit/>
          </a:bodyPr>
          <a:p>
            <a:pPr indent="0" algn="ctr">
              <a:lnSpc>
                <a:spcPct val="100000"/>
              </a:lnSpc>
              <a:buNone/>
              <a:tabLst>
                <a:tab pos="0" algn="l"/>
              </a:tabLst>
            </a:pPr>
            <a:r>
              <a:rPr lang="en-US" sz="3300" b="0" u="none" strike="noStrike">
                <a:solidFill>
                  <a:srgbClr val="000000"/>
                </a:solidFill>
                <a:effectLst/>
                <a:uFillTx/>
                <a:latin typeface="Arial"/>
              </a:rPr>
              <a:t>References</a:t>
            </a:r>
            <a:endParaRPr lang="en-US" sz="3300" b="0" u="none" strike="noStrike">
              <a:solidFill>
                <a:srgbClr val="000000"/>
              </a:solidFill>
              <a:effectLst/>
              <a:uFillTx/>
              <a:latin typeface="Arial"/>
            </a:endParaRPr>
          </a:p>
        </p:txBody>
      </p:sp>
      <p:sp>
        <p:nvSpPr>
          <p:cNvPr id="75" name="PlaceHolder 2"/>
          <p:cNvSpPr>
            <a:spLocks noGrp="1"/>
          </p:cNvSpPr>
          <p:nvPr>
            <p:ph/>
          </p:nvPr>
        </p:nvSpPr>
        <p:spPr>
          <a:xfrm>
            <a:off x="504000" y="1326600"/>
            <a:ext cx="9071280" cy="3287520"/>
          </a:xfrm>
          <a:prstGeom prst="rect">
            <a:avLst/>
          </a:prstGeom>
          <a:noFill/>
          <a:ln w="0">
            <a:noFill/>
          </a:ln>
        </p:spPr>
        <p:txBody>
          <a:bodyPr lIns="0" tIns="0" rIns="0" bIns="0" anchor="t">
            <a:normAutofit lnSpcReduction="9999"/>
          </a:bodyPr>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Schwaber, K., &amp; Sutherland, J. (2020). </a:t>
            </a:r>
            <a:r>
              <a:rPr lang="en-US" sz="2400" b="0" i="1" u="none" strike="noStrike">
                <a:solidFill>
                  <a:srgbClr val="000000"/>
                </a:solidFill>
                <a:effectLst/>
                <a:uFillTx/>
                <a:latin typeface="Arial"/>
              </a:rPr>
              <a:t>The Scrum Guide: The definitive guide to Scrum: The rules of the game.</a:t>
            </a:r>
            <a:r>
              <a:rPr lang="en-US" sz="2400" b="0" u="none" strike="noStrike">
                <a:solidFill>
                  <a:srgbClr val="000000"/>
                </a:solidFill>
                <a:effectLst/>
                <a:uFillTx/>
                <a:latin typeface="Arial"/>
              </a:rPr>
              <a:t> Scrum Guides. </a:t>
            </a:r>
            <a:r>
              <a:rPr lang="en-US" sz="2400" b="0" u="none" strike="noStrike">
                <a:solidFill>
                  <a:srgbClr val="0000EE"/>
                </a:solidFill>
                <a:effectLst/>
                <a:uFillTx/>
                <a:latin typeface="Arial"/>
                <a:hlinkClick r:id="rId1"/>
              </a:rPr>
              <a:t>https://scrumguides.org/</a:t>
            </a:r>
            <a:endParaRPr lang="en-US" sz="2400" b="0" u="none" strike="noStrike">
              <a:solidFill>
                <a:srgbClr val="000000"/>
              </a:solidFill>
              <a:effectLst/>
              <a:uFillTx/>
              <a:latin typeface="Arial"/>
            </a:endParaRPr>
          </a:p>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Atlassian. (2025). </a:t>
            </a:r>
            <a:r>
              <a:rPr lang="en-US" sz="2400" b="0" i="1" u="none" strike="noStrike">
                <a:solidFill>
                  <a:srgbClr val="000000"/>
                </a:solidFill>
                <a:effectLst/>
                <a:uFillTx/>
                <a:latin typeface="Arial"/>
              </a:rPr>
              <a:t>Agile project management: What it is and how to get started.</a:t>
            </a:r>
            <a:r>
              <a:rPr lang="en-US" sz="2400" b="0" u="none" strike="noStrike">
                <a:solidFill>
                  <a:srgbClr val="000000"/>
                </a:solidFill>
                <a:effectLst/>
                <a:uFillTx/>
                <a:latin typeface="Arial"/>
              </a:rPr>
              <a:t> </a:t>
            </a:r>
            <a:r>
              <a:rPr lang="en-US" sz="2400" b="0" u="none" strike="noStrike">
                <a:solidFill>
                  <a:srgbClr val="0000EE"/>
                </a:solidFill>
                <a:effectLst/>
                <a:uFillTx/>
                <a:latin typeface="Arial"/>
                <a:hlinkClick r:id="rId2"/>
              </a:rPr>
              <a:t>https://www.atlassian.com/agile/project-management</a:t>
            </a:r>
            <a:endParaRPr lang="en-US" sz="2400" b="0" u="none" strike="noStrike">
              <a:solidFill>
                <a:srgbClr val="000000"/>
              </a:solidFill>
              <a:effectLst/>
              <a:uFillTx/>
              <a:latin typeface="Arial"/>
            </a:endParaRPr>
          </a:p>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IBM. (2025). </a:t>
            </a:r>
            <a:r>
              <a:rPr lang="en-US" sz="2400" b="0" i="1" u="none" strike="noStrike">
                <a:solidFill>
                  <a:srgbClr val="000000"/>
                </a:solidFill>
                <a:effectLst/>
                <a:uFillTx/>
                <a:latin typeface="Arial"/>
              </a:rPr>
              <a:t>What is the software development lifecycle (SDLC)?</a:t>
            </a:r>
            <a:r>
              <a:rPr lang="en-US" sz="2400" b="0" u="none" strike="noStrike">
                <a:solidFill>
                  <a:srgbClr val="000000"/>
                </a:solidFill>
                <a:effectLst/>
                <a:uFillTx/>
                <a:latin typeface="Arial"/>
              </a:rPr>
              <a:t> </a:t>
            </a:r>
            <a:r>
              <a:rPr lang="en-US" sz="2400" b="0" u="none" strike="noStrike">
                <a:solidFill>
                  <a:srgbClr val="0000EE"/>
                </a:solidFill>
                <a:effectLst/>
                <a:uFillTx/>
                <a:latin typeface="Arial"/>
                <a:hlinkClick r:id="rId3"/>
              </a:rPr>
              <a:t>https://www.ibm.com/think/topics/sdlc</a:t>
            </a:r>
            <a:endParaRPr lang="en-US" sz="2400" b="0" u="none" strike="noStrike">
              <a:solidFill>
                <a:srgbClr val="000000"/>
              </a:solidFill>
              <a:effectLst/>
              <a:uFillTx/>
              <a:latin typeface="Arial"/>
            </a:endParaRPr>
          </a:p>
          <a:p>
            <a:pPr marL="432000" indent="0" algn="l">
              <a:lnSpc>
                <a:spcPct val="100000"/>
              </a:lnSpc>
              <a:spcBef>
                <a:spcPts val="1060"/>
              </a:spcBef>
              <a:buNone/>
              <a:tabLst>
                <a:tab pos="0" algn="l"/>
              </a:tabLst>
            </a:pPr>
            <a:r>
              <a:rPr lang="en-US" sz="2400" b="0" u="none" strike="noStrike">
                <a:solidFill>
                  <a:srgbClr val="000000"/>
                </a:solidFill>
                <a:effectLst/>
                <a:uFillTx/>
                <a:latin typeface="Arial"/>
              </a:rPr>
              <a:t>IBM. (2025). </a:t>
            </a:r>
            <a:r>
              <a:rPr lang="en-US" sz="2400" b="0" i="1" u="none" strike="noStrike">
                <a:solidFill>
                  <a:srgbClr val="000000"/>
                </a:solidFill>
                <a:effectLst/>
                <a:uFillTx/>
                <a:latin typeface="Arial"/>
              </a:rPr>
              <a:t>Agile vs waterfall: What’s the difference? </a:t>
            </a:r>
            <a:r>
              <a:rPr lang="en-US" sz="2400" b="0" u="none" strike="noStrike">
                <a:solidFill>
                  <a:srgbClr val="0000EE"/>
                </a:solidFill>
                <a:effectLst/>
                <a:uFillTx/>
                <a:latin typeface="Arial"/>
                <a:hlinkClick r:id="rId4"/>
              </a:rPr>
              <a:t>https://www.ibm.com/think/topics/agile-vs-waterfall</a:t>
            </a:r>
            <a:endParaRPr lang="en-US" sz="2400" b="0" u="none" strike="noStrike">
              <a:solidFill>
                <a:srgbClr val="000000"/>
              </a:solidFill>
              <a:effectLst/>
              <a:uFillTx/>
              <a:latin typeface="Arial"/>
            </a:endParaRPr>
          </a:p>
          <a:p>
            <a:pPr marL="432000" indent="0" algn="l">
              <a:lnSpc>
                <a:spcPct val="100000"/>
              </a:lnSpc>
              <a:spcBef>
                <a:spcPts val="1060"/>
              </a:spcBef>
              <a:buNone/>
              <a:tabLst>
                <a:tab pos="0" algn="l"/>
              </a:tabLst>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LibreOffice/26.2.4.2$Linux_X86_64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2026-06-21T10:34:22Z</dcterms:created>
  <dc:creator/>
  <dc:description>This work is licensed under a Creative Commons Attribution-ShareAlike 3.0 Unported License.
It makes use of the works of Mateus Machado Luna.
SVG pictures were made by Rizmut.</dc:description>
  <dc:language>en-US</dc:language>
  <cp:lastModifiedBy/>
  <dcterms:modified xsi:type="dcterms:W3CDTF">2026-06-21T11:23:50Z</dcterms:modified>
  <cp:revision>11</cp:revision>
  <dc:subject/>
  <dc:title>Blueprint Plans</dc:title>
</cp:coreProperties>
</file>

<file path=docProps/custom.xml><?xml version="1.0" encoding="utf-8"?>
<Properties xmlns="http://schemas.openxmlformats.org/officeDocument/2006/custom-properties" xmlns:vt="http://schemas.openxmlformats.org/officeDocument/2006/docPropsVTypes"/>
</file>